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267" r:id="rId6"/>
    <p:sldId id="268" r:id="rId7"/>
    <p:sldId id="263" r:id="rId8"/>
    <p:sldId id="265" r:id="rId9"/>
    <p:sldId id="274" r:id="rId10"/>
    <p:sldId id="270" r:id="rId11"/>
    <p:sldId id="275" r:id="rId12"/>
    <p:sldId id="276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45"/>
    <a:srgbClr val="5C7AA1"/>
    <a:srgbClr val="FEF5F2"/>
    <a:srgbClr val="E3E5E7"/>
    <a:srgbClr val="FFFFFF"/>
    <a:srgbClr val="F0E6E2"/>
    <a:srgbClr val="D5DBE1"/>
    <a:srgbClr val="E9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 autoAdjust="0"/>
    <p:restoredTop sz="94658"/>
  </p:normalViewPr>
  <p:slideViewPr>
    <p:cSldViewPr snapToGrid="0">
      <p:cViewPr>
        <p:scale>
          <a:sx n="68" d="100"/>
          <a:sy n="68" d="100"/>
        </p:scale>
        <p:origin x="652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2.wdp"/></Relationships>
</file>

<file path=ppt/slideLayouts/_rels/slideLayout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microsoft.com/office/2007/relationships/hdphoto" Target="../media/hdphoto3.wdp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Layouts/_rels/slideLayout3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59137C90-AF59-D30C-7CD4-1F4F35D2AA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900" r="19800" b="99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B25D2B3-7290-E612-461F-9907CE939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6" y="4458738"/>
            <a:ext cx="6402164" cy="685800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9A2A24-E3BD-8EA9-547E-1133AD5A3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66" y="1580321"/>
            <a:ext cx="6402164" cy="269350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5D3826E8-A636-7459-D7AA-C57C9549FD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2707" y="226089"/>
            <a:ext cx="2490665" cy="500668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3C7FFF-F07B-9C40-707E-0D4D6081F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366" y="5329448"/>
            <a:ext cx="6402164" cy="524701"/>
          </a:xfrm>
        </p:spPr>
        <p:txBody>
          <a:bodyPr anchor="ctr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2" name="Picture 1" descr="A black and white rectangle&#10;&#10;AI-generated content may be incorrect.">
            <a:extLst>
              <a:ext uri="{FF2B5EF4-FFF2-40B4-BE49-F238E27FC236}">
                <a16:creationId xmlns:a16="http://schemas.microsoft.com/office/drawing/2014/main" id="{8E7F517D-9FC1-1C41-41A9-A891A836B752}"/>
              </a:ext>
            </a:extLst>
          </p:cNvPr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5257800" y="5930900"/>
            <a:ext cx="6934200" cy="927100"/>
          </a:xfrm>
          <a:prstGeom prst="rect">
            <a:avLst/>
          </a:prstGeom>
        </p:spPr>
      </p:pic>
      <p:pic>
        <p:nvPicPr>
          <p:cNvPr id="3" name="Picture 2" descr="A black and grey triangle&#10;&#10;AI-generated content may be incorrect.">
            <a:extLst>
              <a:ext uri="{FF2B5EF4-FFF2-40B4-BE49-F238E27FC236}">
                <a16:creationId xmlns:a16="http://schemas.microsoft.com/office/drawing/2014/main" id="{57EA3165-A515-830D-5DED-B8C54AC5084A}"/>
              </a:ext>
            </a:extLst>
          </p:cNvPr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  <p:pic>
        <p:nvPicPr>
          <p:cNvPr id="8" name="Picture 7" descr="A blue and black rectangle&#10;&#10;AI-generated content may be incorrect.">
            <a:extLst>
              <a:ext uri="{FF2B5EF4-FFF2-40B4-BE49-F238E27FC236}">
                <a16:creationId xmlns:a16="http://schemas.microsoft.com/office/drawing/2014/main" id="{C76F6C95-1C39-68C0-B253-9D57E31C9180}"/>
              </a:ext>
            </a:extLst>
          </p:cNvPr>
          <p:cNvPicPr/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6946900" cy="939800"/>
          </a:xfrm>
          <a:prstGeom prst="rect">
            <a:avLst/>
          </a:prstGeom>
        </p:spPr>
      </p:pic>
      <p:pic>
        <p:nvPicPr>
          <p:cNvPr id="10" name="Picture 9" descr="A blue triangle on a black background&#10;&#10;AI-generated content may be incorrect.">
            <a:extLst>
              <a:ext uri="{FF2B5EF4-FFF2-40B4-BE49-F238E27FC236}">
                <a16:creationId xmlns:a16="http://schemas.microsoft.com/office/drawing/2014/main" id="{15F5C248-7B3C-6E8B-2347-9D906A3FE6A4}"/>
              </a:ext>
            </a:extLst>
          </p:cNvPr>
          <p:cNvPicPr/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930900"/>
            <a:ext cx="927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0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Slide 2"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EAD56DB-EC4B-6A19-2F8A-555D961BF741}"/>
              </a:ext>
            </a:extLst>
          </p:cNvPr>
          <p:cNvSpPr/>
          <p:nvPr/>
        </p:nvSpPr>
        <p:spPr>
          <a:xfrm>
            <a:off x="0" y="0"/>
            <a:ext cx="8110329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A2680330-DEC2-AE0E-BFC5-602F636F0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91" y="553823"/>
            <a:ext cx="1130834" cy="75854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89A2A24-E3BD-8EA9-547E-1133AD5A3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65" y="1580321"/>
            <a:ext cx="7179136" cy="269350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5" name="Picture 24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25AD3165-2AF0-3B4E-E4A8-F6AFC48092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2051" r="44471"/>
          <a:stretch>
            <a:fillRect/>
          </a:stretch>
        </p:blipFill>
        <p:spPr>
          <a:xfrm>
            <a:off x="8110328" y="0"/>
            <a:ext cx="4081671" cy="685800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5C32F-9874-9198-AFFA-4A92E65A78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10327" y="0"/>
            <a:ext cx="4081673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1E966D7-8161-A989-03D2-A767D3DB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5" y="4458738"/>
            <a:ext cx="7179135" cy="685800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54E067C3-4F96-BA58-8B4C-F4949E14E7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365" y="5329448"/>
            <a:ext cx="7179135" cy="524701"/>
          </a:xfrm>
        </p:spPr>
        <p:txBody>
          <a:bodyPr anchor="ctr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dirty="0"/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135861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Client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C4F661C1-C16B-6AAC-CB73-0186C5CC72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636" r="43859"/>
          <a:stretch>
            <a:fillRect/>
          </a:stretch>
        </p:blipFill>
        <p:spPr>
          <a:xfrm>
            <a:off x="5668617" y="0"/>
            <a:ext cx="6523383" cy="6858000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40D84A3-59A4-B48C-CA50-CF7D35BAC8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8617" y="0"/>
            <a:ext cx="6523383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82A45AA0-792A-BEED-91F1-A08E64D39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12" y="6288732"/>
            <a:ext cx="1711188" cy="345791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888D632-4D60-79EF-BA67-B3EAB4865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5" y="4687892"/>
            <a:ext cx="5025887" cy="599704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035D464-B4AE-2A76-ACDD-58F2FCF2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65" y="2090275"/>
            <a:ext cx="5025887" cy="241068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DD00CC1-9B07-E063-6342-F083A69829E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1365" y="1026497"/>
            <a:ext cx="1889125" cy="876849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Client Logo</a:t>
            </a:r>
          </a:p>
        </p:txBody>
      </p:sp>
      <p:pic>
        <p:nvPicPr>
          <p:cNvPr id="4" name="Picture 3" descr="A black and white rectangle&#10;&#10;AI-generated content may be incorrect.">
            <a:extLst>
              <a:ext uri="{FF2B5EF4-FFF2-40B4-BE49-F238E27FC236}">
                <a16:creationId xmlns:a16="http://schemas.microsoft.com/office/drawing/2014/main" id="{9FA47F06-C237-34EE-F9AD-D226E7779015}"/>
              </a:ext>
            </a:extLst>
          </p:cNvPr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5257800" y="5930900"/>
            <a:ext cx="6934200" cy="927100"/>
          </a:xfrm>
          <a:prstGeom prst="rect">
            <a:avLst/>
          </a:prstGeom>
        </p:spPr>
      </p:pic>
      <p:pic>
        <p:nvPicPr>
          <p:cNvPr id="5" name="Picture 4" descr="A black and grey triangle&#10;&#10;AI-generated content may be incorrect.">
            <a:extLst>
              <a:ext uri="{FF2B5EF4-FFF2-40B4-BE49-F238E27FC236}">
                <a16:creationId xmlns:a16="http://schemas.microsoft.com/office/drawing/2014/main" id="{81A1A960-7985-2E5F-96C5-4F0B460E6D8B}"/>
              </a:ext>
            </a:extLst>
          </p:cNvPr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  <p:pic>
        <p:nvPicPr>
          <p:cNvPr id="9" name="Picture 8" descr="A blue and black rectangle&#10;&#10;AI-generated content may be incorrect.">
            <a:extLst>
              <a:ext uri="{FF2B5EF4-FFF2-40B4-BE49-F238E27FC236}">
                <a16:creationId xmlns:a16="http://schemas.microsoft.com/office/drawing/2014/main" id="{FD32D5CE-7BF1-DC14-F974-68998F2C7C7B}"/>
              </a:ext>
            </a:extLst>
          </p:cNvPr>
          <p:cNvPicPr/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6946900" cy="939800"/>
          </a:xfrm>
          <a:prstGeom prst="rect">
            <a:avLst/>
          </a:prstGeom>
        </p:spPr>
      </p:pic>
      <p:pic>
        <p:nvPicPr>
          <p:cNvPr id="10" name="Picture 9" descr="A blue triangle on a black background&#10;&#10;AI-generated content may be incorrect.">
            <a:extLst>
              <a:ext uri="{FF2B5EF4-FFF2-40B4-BE49-F238E27FC236}">
                <a16:creationId xmlns:a16="http://schemas.microsoft.com/office/drawing/2014/main" id="{412CDBDC-E260-111B-247D-3158855BA8D6}"/>
              </a:ext>
            </a:extLst>
          </p:cNvPr>
          <p:cNvPicPr/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930900"/>
            <a:ext cx="927100" cy="9271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C7DC26C1-350B-751A-6880-3BBC83071A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366" y="5474525"/>
            <a:ext cx="5025886" cy="379624"/>
          </a:xfrm>
        </p:spPr>
        <p:txBody>
          <a:bodyPr anchor="ctr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dirty="0"/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38859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_Section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6290BC87-AFD5-A123-39E9-96AC309C01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3467" r="23313" b="98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and white rectangle&#10;&#10;AI-generated content may be incorrect.">
            <a:extLst>
              <a:ext uri="{FF2B5EF4-FFF2-40B4-BE49-F238E27FC236}">
                <a16:creationId xmlns:a16="http://schemas.microsoft.com/office/drawing/2014/main" id="{AEE6C4B9-46DB-6FB6-54DF-C702CE73AE97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5257800" y="5930900"/>
            <a:ext cx="6934200" cy="927100"/>
          </a:xfrm>
          <a:prstGeom prst="rect">
            <a:avLst/>
          </a:prstGeom>
        </p:spPr>
      </p:pic>
      <p:pic>
        <p:nvPicPr>
          <p:cNvPr id="8" name="Picture 7" descr="A black and grey triangle&#10;&#10;AI-generated content may be incorrect.">
            <a:extLst>
              <a:ext uri="{FF2B5EF4-FFF2-40B4-BE49-F238E27FC236}">
                <a16:creationId xmlns:a16="http://schemas.microsoft.com/office/drawing/2014/main" id="{930127B3-C547-85DA-645F-610BED317722}"/>
              </a:ext>
            </a:extLst>
          </p:cNvPr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  <p:pic>
        <p:nvPicPr>
          <p:cNvPr id="9" name="Picture 8" descr="A blue and black rectangle&#10;&#10;AI-generated content may be incorrect.">
            <a:extLst>
              <a:ext uri="{FF2B5EF4-FFF2-40B4-BE49-F238E27FC236}">
                <a16:creationId xmlns:a16="http://schemas.microsoft.com/office/drawing/2014/main" id="{7D76442F-48DB-FA4F-3103-60402F6DD121}"/>
              </a:ext>
            </a:extLst>
          </p:cNvPr>
          <p:cNvPicPr/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6946900" cy="939800"/>
          </a:xfrm>
          <a:prstGeom prst="rect">
            <a:avLst/>
          </a:prstGeom>
        </p:spPr>
      </p:pic>
      <p:pic>
        <p:nvPicPr>
          <p:cNvPr id="10" name="Picture 9" descr="A blue triangle on a black background&#10;&#10;AI-generated content may be incorrect.">
            <a:extLst>
              <a:ext uri="{FF2B5EF4-FFF2-40B4-BE49-F238E27FC236}">
                <a16:creationId xmlns:a16="http://schemas.microsoft.com/office/drawing/2014/main" id="{A673761A-456F-6051-9192-C3DEA2B928F0}"/>
              </a:ext>
            </a:extLst>
          </p:cNvPr>
          <p:cNvPicPr/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930900"/>
            <a:ext cx="927100" cy="927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AD56DB-EC4B-6A19-2F8A-555D961BF741}"/>
              </a:ext>
            </a:extLst>
          </p:cNvPr>
          <p:cNvSpPr/>
          <p:nvPr/>
        </p:nvSpPr>
        <p:spPr>
          <a:xfrm>
            <a:off x="1239520" y="3354645"/>
            <a:ext cx="5638358" cy="3503355"/>
          </a:xfrm>
          <a:prstGeom prst="rect">
            <a:avLst/>
          </a:prstGeom>
          <a:solidFill>
            <a:schemeClr val="bg1">
              <a:alpha val="94902"/>
            </a:schemeClr>
          </a:solidFill>
          <a:ln>
            <a:noFill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ADD3D-A8CB-4047-897C-0E1F55F25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85182"/>
            <a:ext cx="2789584" cy="805069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9607C-634E-4669-BEF4-CEC84AA9E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57899"/>
            <a:ext cx="5025887" cy="186225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E9579-AFFE-7DC6-B86A-7C01224414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7127" y="5887981"/>
            <a:ext cx="897746" cy="60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1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C417B-4BFF-4A16-98EB-3F85B1D0FF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1070" y="1630363"/>
            <a:ext cx="8054514" cy="4465637"/>
          </a:xfrm>
        </p:spPr>
        <p:txBody>
          <a:bodyPr anchor="t">
            <a:noAutofit/>
          </a:bodyPr>
          <a:lstStyle>
            <a:lvl1pPr marL="0" indent="0">
              <a:spcBef>
                <a:spcPts val="2600"/>
              </a:spcBef>
              <a:spcAft>
                <a:spcPts val="0"/>
              </a:spcAft>
              <a:buNone/>
              <a:defRPr sz="2400" u="none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ts val="20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ts val="20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ts val="20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Agenda. Write out a list of agenda items</a:t>
            </a:r>
          </a:p>
          <a:p>
            <a:pPr lvl="1"/>
            <a:r>
              <a:rPr lang="en-US" dirty="0"/>
              <a:t>Subsequent bullets can resemble this format</a:t>
            </a:r>
          </a:p>
          <a:p>
            <a:pPr lvl="0"/>
            <a:r>
              <a:rPr lang="en-US" dirty="0"/>
              <a:t>Then add a BLUE outlined curved rectangle to demonstrate where you are on the agenda throughout the deck</a:t>
            </a:r>
          </a:p>
          <a:p>
            <a:pPr lvl="1"/>
            <a:r>
              <a:rPr lang="en-US" dirty="0"/>
              <a:t>Subsequent bullets can resemble this format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1070" y="632978"/>
            <a:ext cx="6669315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Suggest writing “Agenda”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1070" y="249782"/>
            <a:ext cx="6669315" cy="42227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This is an Agenda Slide. I suggest writing “Welcome”</a:t>
            </a:r>
          </a:p>
        </p:txBody>
      </p:sp>
      <p:pic>
        <p:nvPicPr>
          <p:cNvPr id="3" name="Picture 2" descr="A black and grey logo&#10;&#10;Description automatically generated">
            <a:extLst>
              <a:ext uri="{FF2B5EF4-FFF2-40B4-BE49-F238E27FC236}">
                <a16:creationId xmlns:a16="http://schemas.microsoft.com/office/drawing/2014/main" id="{52772B7B-5BDE-8237-8DEF-DAC92708D1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2C5AB21-3EB8-7783-4D01-B1EF5E66D43F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4DA5E9BF-3BE8-4416-D708-055A190821F9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90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2" name="Picture 11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3E4DDFB5-60B3-9B56-2BFD-4A0DDD119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44" r="48497"/>
          <a:stretch>
            <a:fillRect/>
          </a:stretch>
        </p:blipFill>
        <p:spPr>
          <a:xfrm>
            <a:off x="228603" y="-3926"/>
            <a:ext cx="2386219" cy="68619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0F189F8-D67F-EDAA-E6A1-BED630A86D93}"/>
              </a:ext>
            </a:extLst>
          </p:cNvPr>
          <p:cNvGrpSpPr/>
          <p:nvPr userDrawn="1"/>
        </p:nvGrpSpPr>
        <p:grpSpPr>
          <a:xfrm rot="5400000">
            <a:off x="-3314700" y="3314699"/>
            <a:ext cx="6858003" cy="228603"/>
            <a:chOff x="2844975" y="6629398"/>
            <a:chExt cx="6858003" cy="228603"/>
          </a:xfrm>
          <a:effectLst>
            <a:outerShdw blurRad="165100" dist="12700" sx="101000" sy="101000" rotWithShape="0">
              <a:prstClr val="black">
                <a:alpha val="30000"/>
              </a:prstClr>
            </a:outerShdw>
          </a:effectLst>
        </p:grpSpPr>
        <p:sp>
          <p:nvSpPr>
            <p:cNvPr id="19" name="Rectangle 36">
              <a:extLst>
                <a:ext uri="{FF2B5EF4-FFF2-40B4-BE49-F238E27FC236}">
                  <a16:creationId xmlns:a16="http://schemas.microsoft.com/office/drawing/2014/main" id="{A77057BE-2907-A307-0F53-2C5CE538DD7E}"/>
                </a:ext>
              </a:extLst>
            </p:cNvPr>
            <p:cNvSpPr/>
            <p:nvPr userDrawn="1"/>
          </p:nvSpPr>
          <p:spPr>
            <a:xfrm flipV="1">
              <a:off x="2844975" y="6629398"/>
              <a:ext cx="3647266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36">
              <a:extLst>
                <a:ext uri="{FF2B5EF4-FFF2-40B4-BE49-F238E27FC236}">
                  <a16:creationId xmlns:a16="http://schemas.microsoft.com/office/drawing/2014/main" id="{E588CE25-3BDA-1A63-52D5-198284F2EA3E}"/>
                </a:ext>
              </a:extLst>
            </p:cNvPr>
            <p:cNvSpPr/>
            <p:nvPr userDrawn="1"/>
          </p:nvSpPr>
          <p:spPr>
            <a:xfrm rot="10800000" flipV="1">
              <a:off x="6156961" y="6629399"/>
              <a:ext cx="3546017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A45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6F7FA663-4DB1-E738-DD5D-01F8EB075D1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8602" y="0"/>
            <a:ext cx="238621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2465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,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3AA5560-B9C8-F2D4-8EFB-871AE5086365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28" name="Rectangle 36">
              <a:extLst>
                <a:ext uri="{FF2B5EF4-FFF2-40B4-BE49-F238E27FC236}">
                  <a16:creationId xmlns:a16="http://schemas.microsoft.com/office/drawing/2014/main" id="{7F87B212-3890-C270-2ED5-A16BFE607943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A45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36">
              <a:extLst>
                <a:ext uri="{FF2B5EF4-FFF2-40B4-BE49-F238E27FC236}">
                  <a16:creationId xmlns:a16="http://schemas.microsoft.com/office/drawing/2014/main" id="{499BDC17-C096-7F99-591B-85F5EF456857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98D3E23-1F0E-567C-1559-D5F552B1CDF3}"/>
              </a:ext>
            </a:extLst>
          </p:cNvPr>
          <p:cNvGrpSpPr/>
          <p:nvPr userDrawn="1"/>
        </p:nvGrpSpPr>
        <p:grpSpPr>
          <a:xfrm>
            <a:off x="0" y="19689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E3307FC-79F0-06B0-2788-5240C953922F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Triangle 33">
              <a:extLst>
                <a:ext uri="{FF2B5EF4-FFF2-40B4-BE49-F238E27FC236}">
                  <a16:creationId xmlns:a16="http://schemas.microsoft.com/office/drawing/2014/main" id="{28A5237A-0AD5-C05E-6D56-9310367497F6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F36ED897-288E-553B-9F80-B0A6A24B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7AC34A6E-8C17-2131-EFE6-6628126514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Slide Number Placeholder 11">
            <a:extLst>
              <a:ext uri="{FF2B5EF4-FFF2-40B4-BE49-F238E27FC236}">
                <a16:creationId xmlns:a16="http://schemas.microsoft.com/office/drawing/2014/main" id="{38940FDA-2540-A791-8D15-1ED713667719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9" name="Picture 38" descr="A black and white logo&#10;&#10;AI-generated content may be incorrect.">
            <a:extLst>
              <a:ext uri="{FF2B5EF4-FFF2-40B4-BE49-F238E27FC236}">
                <a16:creationId xmlns:a16="http://schemas.microsoft.com/office/drawing/2014/main" id="{E53D8875-B407-C341-DC4B-349DFBC155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0667B8D6-3358-E3D0-98B5-338D23F26A3C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408824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,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168A9-FE35-11A2-E11D-4BADDD74A941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524FCFCF-388A-4B33-9944-D4AA4C676855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A45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0F762AD6-1332-C3C4-E850-486AF5DAFA7A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6A8A9BF-DEE6-B572-70B3-9B8C1BF0AF14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C0C182-15F5-3E22-11B9-12509CF590C3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317FD156-83AA-6798-E228-F7EA96706C12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CFBD333A-9D90-9FF1-6AB3-FF301859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5702B35A-8203-5609-F606-AB61FB5065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09360C0F-4AEF-A5A8-E678-02007083385A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D326B836-9B1A-E642-758A-897017CB36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E2DFD8C8-0A0A-6EC1-9A8A-6923C46D8186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65667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+ Blank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86B270-7C7C-E9EC-FE54-7EBAE5FC65B8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E84EDE1B-0C1E-1A11-5C53-75F4F6B06B1C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A45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306473E3-8A53-3571-DAB9-0B63C74CB09E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6CC822B-AB29-882A-4CA8-E5D9966717AC}"/>
              </a:ext>
            </a:extLst>
          </p:cNvPr>
          <p:cNvGrpSpPr/>
          <p:nvPr userDrawn="1"/>
        </p:nvGrpSpPr>
        <p:grpSpPr>
          <a:xfrm>
            <a:off x="0" y="19689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B2B978-0D2A-599E-788A-D3F36B205BDD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CA989A4A-2A45-3A86-07D5-578839AF747D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2030FCC1-C7F6-0265-FC93-A730EBDF46C8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9814DD0A-F34C-16C7-8584-8AFCD390C0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06CE103-03C0-035C-07FE-2A1A0AD04F1A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1ED50014-D7E9-A5AD-9CC7-174DE382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4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+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BA80A6-2134-B815-D190-942E273A1220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BBE0006C-7C26-4A19-3CB9-2D4CF8DA9AAF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72E39EF6-2CD3-5130-9A0E-DEB08580AAC8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7CB8E5-2A9C-EC90-C5C4-4D5BC485B290}"/>
              </a:ext>
            </a:extLst>
          </p:cNvPr>
          <p:cNvGrpSpPr/>
          <p:nvPr userDrawn="1"/>
        </p:nvGrpSpPr>
        <p:grpSpPr>
          <a:xfrm>
            <a:off x="0" y="19689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566D2B-D198-8831-7B03-69CAE7257D0F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B44E4CAC-1B64-D5AB-60A5-0541B01CDAB0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13AA242E-DBCC-6EAA-CDE0-2C647E6B32C8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C7C2D156-DF4E-48AF-570C-E7F65CA909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5208395-6B39-69D8-A209-B0E49D83E16C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06EA944D-440F-2CDC-02AE-057FB8986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LIENT LOGO_Title, Subtitle,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67B413E-F263-47E5-BD72-94A63354CAAA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625F98E0-8530-00EB-28B9-315ABEBCC6E7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36">
              <a:extLst>
                <a:ext uri="{FF2B5EF4-FFF2-40B4-BE49-F238E27FC236}">
                  <a16:creationId xmlns:a16="http://schemas.microsoft.com/office/drawing/2014/main" id="{CF70C205-90BC-A69C-BE1C-9945B1325588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170647-5BD0-9BD4-6713-0EF165B22450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9F67E27-41DE-B0FF-92E6-9D7FBE1AC6F8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B97B5ABB-4D7F-B294-796C-4B5F7F4847A2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Slide Number Placeholder 11">
            <a:extLst>
              <a:ext uri="{FF2B5EF4-FFF2-40B4-BE49-F238E27FC236}">
                <a16:creationId xmlns:a16="http://schemas.microsoft.com/office/drawing/2014/main" id="{7FFE43F1-9C95-0C61-7471-BDC37FEAEB26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E55DA061-14FA-2913-0BAB-D6584E956A47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E7EDB9-0084-4E7E-23C5-CF047153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-55043"/>
            <a:ext cx="879923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1F8A2160-5D6D-4F37-B102-667010D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1" y="568623"/>
            <a:ext cx="879923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Picture 24" descr="A black and white logo&#10;&#10;AI-generated content may be incorrect.">
            <a:extLst>
              <a:ext uri="{FF2B5EF4-FFF2-40B4-BE49-F238E27FC236}">
                <a16:creationId xmlns:a16="http://schemas.microsoft.com/office/drawing/2014/main" id="{66322A78-C917-1F7E-CD25-FDD44AB303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  <p:sp>
        <p:nvSpPr>
          <p:cNvPr id="27" name="Picture Placeholder 13">
            <a:extLst>
              <a:ext uri="{FF2B5EF4-FFF2-40B4-BE49-F238E27FC236}">
                <a16:creationId xmlns:a16="http://schemas.microsoft.com/office/drawing/2014/main" id="{DEC0F09F-B4D1-8155-B3D1-A8B2090458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396279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LIENT LOGO_Title, Subtitle,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6F9D15-437A-3429-E44E-382A5BEB1D6A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58D1220B-BAEB-FA94-F0D4-930F7D8A930B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8E55E646-32CD-60DD-B9A3-74304BB60474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48268FF-95C6-77F6-F703-38F1CF52174E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602A07-BFE2-47CF-B665-9BFF35E4669C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F1D3D09C-EECF-32A7-C105-7433CFC3694C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5E1C5ABC-0324-7DE9-93BB-56035C6980ED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BF21322-5426-C26C-B958-D87010E02214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B3BBF9-D57B-7764-AD97-57034ECD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-55043"/>
            <a:ext cx="879923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80F8B09-AE9B-EB18-DA1B-CB68CF1E93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1" y="568623"/>
            <a:ext cx="879923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86CECD6E-06DC-3684-9810-AC48220482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4E38492-0A50-DEE7-E863-10B051E5EC6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872544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LIENT LOGO_Title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67B413E-F263-47E5-BD72-94A63354CAAA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625F98E0-8530-00EB-28B9-315ABEBCC6E7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36">
              <a:extLst>
                <a:ext uri="{FF2B5EF4-FFF2-40B4-BE49-F238E27FC236}">
                  <a16:creationId xmlns:a16="http://schemas.microsoft.com/office/drawing/2014/main" id="{CF70C205-90BC-A69C-BE1C-9945B1325588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170647-5BD0-9BD4-6713-0EF165B22450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9F67E27-41DE-B0FF-92E6-9D7FBE1AC6F8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B97B5ABB-4D7F-B294-796C-4B5F7F4847A2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Slide Number Placeholder 11">
            <a:extLst>
              <a:ext uri="{FF2B5EF4-FFF2-40B4-BE49-F238E27FC236}">
                <a16:creationId xmlns:a16="http://schemas.microsoft.com/office/drawing/2014/main" id="{7FFE43F1-9C95-0C61-7471-BDC37FEAEB26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E55DA061-14FA-2913-0BAB-D6584E956A47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pic>
        <p:nvPicPr>
          <p:cNvPr id="25" name="Picture 24" descr="A black and white logo&#10;&#10;AI-generated content may be incorrect.">
            <a:extLst>
              <a:ext uri="{FF2B5EF4-FFF2-40B4-BE49-F238E27FC236}">
                <a16:creationId xmlns:a16="http://schemas.microsoft.com/office/drawing/2014/main" id="{66322A78-C917-1F7E-CD25-FDD44AB303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  <p:sp>
        <p:nvSpPr>
          <p:cNvPr id="27" name="Picture Placeholder 13">
            <a:extLst>
              <a:ext uri="{FF2B5EF4-FFF2-40B4-BE49-F238E27FC236}">
                <a16:creationId xmlns:a16="http://schemas.microsoft.com/office/drawing/2014/main" id="{DEC0F09F-B4D1-8155-B3D1-A8B2090458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C8FE20-077B-BF20-0F39-C66624D8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358" y="67126"/>
            <a:ext cx="8621245" cy="8740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900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LIENT LOGO_Title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6F9D15-437A-3429-E44E-382A5BEB1D6A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58D1220B-BAEB-FA94-F0D4-930F7D8A930B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8E55E646-32CD-60DD-B9A3-74304BB60474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48268FF-95C6-77F6-F703-38F1CF52174E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602A07-BFE2-47CF-B665-9BFF35E4669C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F1D3D09C-EECF-32A7-C105-7433CFC3694C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5E1C5ABC-0324-7DE9-93BB-56035C6980ED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BF21322-5426-C26C-B958-D87010E02214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86CECD6E-06DC-3684-9810-AC48220482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4E38492-0A50-DEE7-E863-10B051E5EC6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BD634A1-D210-45A1-E97F-733A5C355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358" y="67126"/>
            <a:ext cx="8621245" cy="8740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727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Subtitle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C533301-FD85-56DD-474C-A497BA7D4AF5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4" name="Rectangle 36">
              <a:extLst>
                <a:ext uri="{FF2B5EF4-FFF2-40B4-BE49-F238E27FC236}">
                  <a16:creationId xmlns:a16="http://schemas.microsoft.com/office/drawing/2014/main" id="{02345B6D-6D90-1539-9727-32DF3A34B961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E8BF2A25-0D97-6A95-8251-BFC67E1B5D44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297179-F340-4C4D-0096-B221B31DB415}"/>
              </a:ext>
            </a:extLst>
          </p:cNvPr>
          <p:cNvGrpSpPr/>
          <p:nvPr userDrawn="1"/>
        </p:nvGrpSpPr>
        <p:grpSpPr>
          <a:xfrm>
            <a:off x="0" y="19689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3103CB1-758C-3EEA-76D2-8889DA77F749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4DB3B000-80BC-A56C-7983-9C7D57F5FA52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Slide Number Placeholder 11">
            <a:extLst>
              <a:ext uri="{FF2B5EF4-FFF2-40B4-BE49-F238E27FC236}">
                <a16:creationId xmlns:a16="http://schemas.microsoft.com/office/drawing/2014/main" id="{3A95E410-C6C3-6B79-7B02-371E15D3E413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3" name="Picture 32" descr="A black and white logo&#10;&#10;AI-generated content may be incorrect.">
            <a:extLst>
              <a:ext uri="{FF2B5EF4-FFF2-40B4-BE49-F238E27FC236}">
                <a16:creationId xmlns:a16="http://schemas.microsoft.com/office/drawing/2014/main" id="{8487EA97-12D8-147D-EDDF-9AE298865A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34" name="Footer Placeholder 5">
            <a:extLst>
              <a:ext uri="{FF2B5EF4-FFF2-40B4-BE49-F238E27FC236}">
                <a16:creationId xmlns:a16="http://schemas.microsoft.com/office/drawing/2014/main" id="{7C3253F3-B2AC-C397-C2E3-99C4D1583ACD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4F8A57-04A0-797C-8E4E-506E81582B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805"/>
            <a:ext cx="11309912" cy="49576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A613E8EA-A121-3379-0D70-3975BBED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BEEB1CBD-41DD-EC15-FF3C-8A4A269F6F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0737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Subtitle, and Content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C46AAC-5314-4B11-A049-89F9114E72DD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C541D5E3-2C3E-8270-256E-5A85D6CD0B2C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EE29C1AA-7CD9-2E80-F5F6-DEAE8EE3A5E1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AB3C003-E12E-C23B-5A7D-845587EFEF82}"/>
              </a:ext>
            </a:extLst>
          </p:cNvPr>
          <p:cNvGrpSpPr/>
          <p:nvPr userDrawn="1"/>
        </p:nvGrpSpPr>
        <p:grpSpPr>
          <a:xfrm>
            <a:off x="0" y="19689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55616B-BDEF-2D42-DBF2-92CA4D4CB43D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B2ACB732-D3DE-FC30-07A4-7FB37A295794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F336B1A3-267C-2975-AFB8-1B19064140C6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DBAB5593-D566-A9C8-C437-5E2F83FB33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7519986-6D25-57BC-069C-D50AEEE3C016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E086EB-9566-144D-5B74-2C12D43548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722"/>
            <a:ext cx="11329523" cy="4957679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EA222FF-224D-658D-9024-FC9F6E2D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30E04435-A607-B93E-8142-66A82EDDA9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869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+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B4B3B2-B863-CD5D-C19C-C15DCE68D062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B643C0A0-D2F9-C9A4-FD52-FC06F7D4EFF5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01076B5C-B1FF-F95F-8EB4-42529D9C497D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3966A2B-45F6-B911-A295-B2A1D13BF31C}"/>
              </a:ext>
            </a:extLst>
          </p:cNvPr>
          <p:cNvGrpSpPr/>
          <p:nvPr userDrawn="1"/>
        </p:nvGrpSpPr>
        <p:grpSpPr>
          <a:xfrm>
            <a:off x="0" y="19689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82BDED-9566-B4A9-6D8C-9D6B3C635336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E12C33B8-3B18-ADFB-F6AA-0A457EDB198A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C67ED4C4-F358-4452-1D72-1AEACA3C0351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D62536AD-1EBE-5119-F194-7BFBD9C3C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9AFDFBE-4DD6-509E-55DF-DE998C77E00A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E8865A2-63F3-E261-09B6-B1B5158D2A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805"/>
            <a:ext cx="11309912" cy="49576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2D4036A1-714A-9FB2-1F87-DC361CFC4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223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+ Text Box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E691B2-D346-78E4-A93D-D616EFE26E9F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0AED6D67-7594-6EE2-1546-A0782770FAFC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9B72B7F1-CC92-A1F3-94F5-B4FABFD9D774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65057-0C5B-926E-D372-4693CDC7E897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0B09F8-4C18-2AD3-E76D-5AEB99655F09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18612F95-3BB8-EEEC-E664-C58CFC9295B9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7DF81708-945D-2DBE-396F-A48BEA088AF1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BC07283-730A-CA1D-7D7C-BF41DCC78F3A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910A83-4EFF-969C-F81F-09C2D2877F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805"/>
            <a:ext cx="11309912" cy="49576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75D6127D-9BC0-BA09-A412-1110D4A4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A96A5CB9-770F-B7FA-94F2-6A14EC90A4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55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Subtitle, and Blank Space - NO BOR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6E18C0A3-43F9-2F9D-7AFD-3C3D320658D1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446D91-5C4B-2DA6-CA6D-7415D394F458}"/>
              </a:ext>
            </a:extLst>
          </p:cNvPr>
          <p:cNvGrpSpPr/>
          <p:nvPr userDrawn="1"/>
        </p:nvGrpSpPr>
        <p:grpSpPr>
          <a:xfrm>
            <a:off x="0" y="19689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B61BBD-5756-A265-62D1-5354A3A7DA92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3FF3A9EC-DAAB-8804-356C-2F5B069FAFD7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A8F1C703-9DBE-F844-FD12-A38AC00D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AC6C822E-086B-3D40-0B78-B141E94E6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C1110741-3C0D-645E-B5FD-0D61CD59BB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0421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Subtitle, and Blank Space, Grey - NO BOR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4C1C59-1C02-756A-DACF-968D60427DFF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422042-A587-DED8-61E2-5E6AC1BF89A1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11002E3D-BE2C-2F97-F653-16836C696B75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9925EEAE-5B43-F433-0A0A-7083A879EB9A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8111E0-CACF-677B-832C-A17B4DC5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9A3F4C-ADF9-F838-53D5-6BAF4BB6EE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C1234C99-0D66-4F0D-F2D5-880BC5BB6454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787D2A0F-4E48-FABA-D4B7-B3D96A1217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399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 + Blank Space - NO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31F622-27C1-34D0-5A1F-A2C3C9DC7A28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4CFF4D2-65E4-BDA2-FAB0-E7FF50A5F301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CB6482AD-F84A-D5F1-CB09-C6D05328F1C8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Slide Number Placeholder 11">
            <a:extLst>
              <a:ext uri="{FF2B5EF4-FFF2-40B4-BE49-F238E27FC236}">
                <a16:creationId xmlns:a16="http://schemas.microsoft.com/office/drawing/2014/main" id="{66A34C3A-8DEF-041C-1023-6F94E9E9C06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1ED50014-D7E9-A5AD-9CC7-174DE382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4EB281B-3D63-0C54-0769-9C7B3D67B564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© 2026 Kaizen Analytix LLC  |   All Rights Reserved.  CONFIDENTIAL &amp; PROPRIETARY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2176C30D-F8C9-EB31-FB4B-F818D7682D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974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 + Blank Space, Grey - - NO BOR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DFEBE5B-D7A7-7CBD-15FF-7440ED035F96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39B12F-4A30-E70A-6B1F-8788F6929681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B3B18167-E590-2BDA-16A8-5F119ECC7D23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F9CC62DB-BE7D-5722-23C5-A59B18F33FBD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B3D5E8D-91A4-EFB4-2B6C-968ADFFF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2813722F-A41B-1402-1440-B20EA08B985E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E1AEE646-4CE5-B0E9-D887-94D8B3CDED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49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1E69D1D-58B0-C36C-E691-98C668A0C55F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13FF8073-55AB-DFEB-07FC-9229763E263B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DA92DD54-0B59-F7BB-5CBE-C603AD852466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DDEC803-9EDB-F31F-CD13-3292EC0F45F3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A28F989-2A9B-178E-77E1-392AA8FAC665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64F008FF-E5D1-D946-B378-A4BD6D8114B9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951B939-0A3A-7CD1-9B96-A7878BD349F9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6157D0E7-3D7F-980E-60E0-6A40E7213DD1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8C35-350E-CE5D-8981-EF798CE55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E616C89-F787-844F-FCC7-72825F74C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511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BAF23F-4857-CE23-0C13-352EBAD6B824}"/>
              </a:ext>
            </a:extLst>
          </p:cNvPr>
          <p:cNvCxnSpPr>
            <a:cxnSpLocks/>
          </p:cNvCxnSpPr>
          <p:nvPr/>
        </p:nvCxnSpPr>
        <p:spPr>
          <a:xfrm>
            <a:off x="6096000" y="1378599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4" name="Title 1">
            <a:extLst>
              <a:ext uri="{FF2B5EF4-FFF2-40B4-BE49-F238E27FC236}">
                <a16:creationId xmlns:a16="http://schemas.microsoft.com/office/drawing/2014/main" id="{30910996-2F3A-45F0-D2D6-61CFE2DE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73AEC2F8-C304-99DA-DCC1-3B4FDEE5D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368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 and Two Content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90C7C9-D656-B243-4D7E-9908D63A885F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EAFBFE92-1076-26FD-AB5D-BC3013C1841A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5BE88D43-3F55-139B-B502-742F2F544C70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07DBFC9-9A2E-1C1E-8E31-57C640D9280B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F884F7-4C01-FD77-1D5B-3573CE8F7D1E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5E44FAEE-E466-C24F-C441-85EA7AE1CC66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90BFADF-0F26-CA51-50A1-93D63359F7F2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330F7FB-E47D-530B-BF5D-310B1B0AEFE6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A6940E-0322-C4B9-F4B4-94719AEEFEB3}"/>
              </a:ext>
            </a:extLst>
          </p:cNvPr>
          <p:cNvCxnSpPr>
            <a:cxnSpLocks/>
          </p:cNvCxnSpPr>
          <p:nvPr/>
        </p:nvCxnSpPr>
        <p:spPr>
          <a:xfrm>
            <a:off x="6096000" y="1365899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E3CDC7-7BF0-BCBB-9856-32B36C7F5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1451DEE-C4E3-E5E7-31E4-D6EDEFF71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511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22A4219-83B3-22A6-5DAA-37782F85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4F8E541A-807B-39BF-F770-FDFDEFB1C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88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, Subtitle,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66FDC6-E8B4-E2E1-BDB2-68C975169FCE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BFC61B42-8C3B-8DD2-B1C3-5ABA3CA2B697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2AD99C5B-B730-3C59-B4AF-4D112159E011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791AE2-F1E9-39E0-8EC7-BDA06F77CDCE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2172632-D47E-DAE0-DFF1-EA7A78340A16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F3318636-E038-7C73-1DEF-D2AD58951051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61DF3B-B7CE-FDC0-A572-C6832435900D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B2344DE0-185B-52B1-BA8C-EA83564AE961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8C35-350E-CE5D-8981-EF798CE55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E616C89-F787-844F-FCC7-72825F74C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511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BAF23F-4857-CE23-0C13-352EBAD6B824}"/>
              </a:ext>
            </a:extLst>
          </p:cNvPr>
          <p:cNvCxnSpPr>
            <a:cxnSpLocks/>
          </p:cNvCxnSpPr>
          <p:nvPr/>
        </p:nvCxnSpPr>
        <p:spPr>
          <a:xfrm>
            <a:off x="6096000" y="1365899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183B4C39-1247-778B-1C27-642745AA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E18966E7-A4D6-FE3A-A470-67D00B0692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E26CDBD2-785C-C9D5-4FB8-53821B4B74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367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, Subtitle, and Two Content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292204E-72D3-39CF-4945-12789600A482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A053CBEF-9BE2-7293-7BAE-508C26DB3A98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D3BB705B-0D0B-B6E8-C7C6-09CC270172D1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0E20234-DEF5-0987-8AB1-E2025435A0BA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E67510-EE1A-9D0E-D767-81240217AD73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DED92E1F-5C4F-B454-3CDB-B8A2A10AD23E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3EB32F-D58D-9F58-B311-B480654F7FD3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6861526B-1D95-E878-113C-315413FEF31D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A6940E-0322-C4B9-F4B4-94719AEEFEB3}"/>
              </a:ext>
            </a:extLst>
          </p:cNvPr>
          <p:cNvCxnSpPr>
            <a:cxnSpLocks/>
          </p:cNvCxnSpPr>
          <p:nvPr/>
        </p:nvCxnSpPr>
        <p:spPr>
          <a:xfrm>
            <a:off x="6096000" y="1365899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E3CDC7-7BF0-BCBB-9856-32B36C7F5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1451DEE-C4E3-E5E7-31E4-D6EDEFF71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5110" y="1335805"/>
            <a:ext cx="5181600" cy="493776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buNone/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DFC8332-FBBE-62C8-6C88-64E5A54E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F311D30-6F79-9C1A-4D14-11E3832C99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2FE30B93-4C01-4E74-452A-8923D78219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456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5DC68AC-447C-BB65-D956-682F0CF426DF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E76AED00-1515-E379-D462-F6C52DC873A0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27E69BFB-A7E5-1085-AB09-535A01322DF0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3DFA80B-DCE8-9B40-5F76-7C6CE2B2DAFA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C1AAAA-48A4-C56B-8EC3-E83D4C8D1DD3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8AE85896-3258-4D29-D363-02A00CB6905A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AE202AF7-6881-F294-22D5-E0924A6E0CB9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65243F5E-C146-6527-1B30-C8B9A9894365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1015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buNone/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4137992" y="1355807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6EB96F0-9F86-4726-B723-558E8338BF6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0674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78143A-BCD7-4C70-AA09-BE6B9C49A9B2}"/>
              </a:ext>
            </a:extLst>
          </p:cNvPr>
          <p:cNvCxnSpPr>
            <a:cxnSpLocks/>
          </p:cNvCxnSpPr>
          <p:nvPr/>
        </p:nvCxnSpPr>
        <p:spPr>
          <a:xfrm>
            <a:off x="8033047" y="1357978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3BAF4B3-12C4-4E1C-A3CA-E2C30A6390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5290" y="1466122"/>
            <a:ext cx="3566159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72D8B86-3856-4B34-B6D6-AD5714F85F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1352" y="1460617"/>
            <a:ext cx="3566159" cy="42256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B51B577-20F7-45C7-8636-FD9E4FBEFD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07413" y="1460617"/>
            <a:ext cx="3565487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787C7F8E-1327-C7CF-9012-E3613238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C6E789BD-4C16-FC5E-C2D2-59BC740FF7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15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Three Content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21362A-8037-63BC-28D3-BC1F7F42C40F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4EB85C73-DA7A-1CCC-E77D-2DC3DDC76BD8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6F23B0B0-9528-2E9D-CC8E-A640EECF3FF5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FE03FA7-C69E-C2BB-BC34-78AB35798CB0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9CC3E9-3F35-3C10-94B3-755CA32A86FA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3A0AA777-CEA6-A26E-AB81-35D37EE4C3B1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470C13C8-7B56-07AE-A520-C4D808ABCAD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939B07DB-83D4-EA28-DF44-AB343A92DE8E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1015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4137992" y="1355807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6EB96F0-9F86-4726-B723-558E8338BF6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0674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78143A-BCD7-4C70-AA09-BE6B9C49A9B2}"/>
              </a:ext>
            </a:extLst>
          </p:cNvPr>
          <p:cNvCxnSpPr>
            <a:cxnSpLocks/>
          </p:cNvCxnSpPr>
          <p:nvPr/>
        </p:nvCxnSpPr>
        <p:spPr>
          <a:xfrm>
            <a:off x="8033047" y="1357978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3BAF4B3-12C4-4E1C-A3CA-E2C30A6390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5290" y="1466122"/>
            <a:ext cx="3566159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72D8B86-3856-4B34-B6D6-AD5714F85F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1352" y="1460617"/>
            <a:ext cx="3566159" cy="42256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B51B577-20F7-45C7-8636-FD9E4FBEFD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07413" y="1460617"/>
            <a:ext cx="3565487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E660CE0A-170A-B6B3-9463-DC504014E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7"/>
            <a:ext cx="9914272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41B037DD-B478-3914-AAC1-B799BB2CBB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5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, Subtitle,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276A5D-138E-F6BD-BC64-A65B5E85E2A4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8039BD3E-B6AA-74F0-2C89-F3B454DFB55F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494E199E-9382-D3A6-9D83-CC369D04039B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4F185AF-E5D0-8D53-D4AE-3D6BDF9875AE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7B1A0F-CC99-68D6-0F5F-CC244811FA99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DC50379A-F977-18EB-3420-4E15B473DDA5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34FB4959-2712-5E45-5CE0-2D39C8AF9598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F3F460B0-DEED-4167-7E06-668D14F4FCB9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1015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4137992" y="1355807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6EB96F0-9F86-4726-B723-558E8338BF6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0674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78143A-BCD7-4C70-AA09-BE6B9C49A9B2}"/>
              </a:ext>
            </a:extLst>
          </p:cNvPr>
          <p:cNvCxnSpPr>
            <a:cxnSpLocks/>
          </p:cNvCxnSpPr>
          <p:nvPr/>
        </p:nvCxnSpPr>
        <p:spPr>
          <a:xfrm>
            <a:off x="8033047" y="1357978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3BAF4B3-12C4-4E1C-A3CA-E2C30A6390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5290" y="1466122"/>
            <a:ext cx="3566159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72D8B86-3856-4B34-B6D6-AD5714F85F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1352" y="1460617"/>
            <a:ext cx="3566159" cy="42256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B51B577-20F7-45C7-8636-FD9E4FBEFD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07413" y="1460617"/>
            <a:ext cx="3565487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3F4147E1-B2CA-2062-904F-5E8236FB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88AF87CF-DB08-570B-CC15-635638B25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029B9952-F0A7-3091-F28B-B9B2F1F48C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69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, Subtitle, and Three Content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169130C-76A6-43F6-5272-3D0E9B559342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C7B9DA4A-D46D-D9F8-6908-CFBB357102D4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133F8919-15A9-A00D-6BD6-77B483BFF127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6A4CF0-CD99-091D-7BDD-B1AFE702B1AC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0B0A40-CEA9-5B6C-0805-401C425AE77D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Triangle 23">
              <a:extLst>
                <a:ext uri="{FF2B5EF4-FFF2-40B4-BE49-F238E27FC236}">
                  <a16:creationId xmlns:a16="http://schemas.microsoft.com/office/drawing/2014/main" id="{66665BC5-BF17-F2C7-FD36-A4B4C280D772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Slide Number Placeholder 11">
            <a:extLst>
              <a:ext uri="{FF2B5EF4-FFF2-40B4-BE49-F238E27FC236}">
                <a16:creationId xmlns:a16="http://schemas.microsoft.com/office/drawing/2014/main" id="{FABBEB7F-540F-CC41-67BB-AE63DCC8EC6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8" name="Footer Placeholder 5">
            <a:extLst>
              <a:ext uri="{FF2B5EF4-FFF2-40B4-BE49-F238E27FC236}">
                <a16:creationId xmlns:a16="http://schemas.microsoft.com/office/drawing/2014/main" id="{9DA87C1E-E4FA-FFA9-D2C3-9FF08E1C7BA4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1015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4137992" y="1355807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6EB96F0-9F86-4726-B723-558E8338BF6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06740" y="1889732"/>
            <a:ext cx="3566160" cy="4351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78143A-BCD7-4C70-AA09-BE6B9C49A9B2}"/>
              </a:ext>
            </a:extLst>
          </p:cNvPr>
          <p:cNvCxnSpPr>
            <a:cxnSpLocks/>
          </p:cNvCxnSpPr>
          <p:nvPr/>
        </p:nvCxnSpPr>
        <p:spPr>
          <a:xfrm>
            <a:off x="8033047" y="1357978"/>
            <a:ext cx="0" cy="493776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3BAF4B3-12C4-4E1C-A3CA-E2C30A6390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5290" y="1466122"/>
            <a:ext cx="3566159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72D8B86-3856-4B34-B6D6-AD5714F85F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1352" y="1460617"/>
            <a:ext cx="3566159" cy="42256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B51B577-20F7-45C7-8636-FD9E4FBEFD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07413" y="1460617"/>
            <a:ext cx="3565487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ACE9B4C1-F58A-25DB-BE96-E5D000BB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8611AD80-18A4-A16A-4DEA-0715AC31C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C5BA0951-8CE9-B0E4-E1A3-08ED11F7F9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9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2/3rd Split - Title, Subtitle,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0D7488-35B7-99C2-B424-9DB438040775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C035F9B2-4B81-4F20-AFB3-0FA599960087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68155410-8497-3227-26EE-89A507DAC191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A5931E28-AA93-EA49-A258-8B75A1C7F410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85E1AB9-B550-AE33-3607-4C7830D1CD8B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79" y="725562"/>
            <a:ext cx="4994164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1779" y="1755510"/>
            <a:ext cx="4994155" cy="413885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 marL="13716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1779" y="1195122"/>
            <a:ext cx="4994154" cy="42227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5602739" y="592554"/>
            <a:ext cx="0" cy="548640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D4090AB-B73A-4A3A-5929-798F4A6E2A1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01408" y="725564"/>
            <a:ext cx="5878813" cy="5168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 marL="13716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E030C6-F263-4926-8C38-C06E3B977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7" t="-5244" r="-5245" b="-7088"/>
          <a:stretch>
            <a:fillRect/>
          </a:stretch>
        </p:blipFill>
        <p:spPr>
          <a:xfrm>
            <a:off x="10958529" y="6132436"/>
            <a:ext cx="587032" cy="58608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0677564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LD -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59137C90-AF59-D30C-7CD4-1F4F35D2AA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900" r="19800" b="99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B25D2B3-7290-E612-461F-9907CE939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6" y="4458738"/>
            <a:ext cx="6402164" cy="685800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9A2A24-E3BD-8EA9-547E-1133AD5A3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66" y="1580321"/>
            <a:ext cx="6402164" cy="269350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5D3826E8-A636-7459-D7AA-C57C9549FD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2707" y="226089"/>
            <a:ext cx="2490665" cy="500668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3C7FFF-F07B-9C40-707E-0D4D6081F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366" y="5329448"/>
            <a:ext cx="6402164" cy="524701"/>
          </a:xfrm>
        </p:spPr>
        <p:txBody>
          <a:bodyPr anchor="ctr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8" name="Picture 7" descr="A blue and black rectangle&#10;&#10;AI-generated content may be incorrect.">
            <a:extLst>
              <a:ext uri="{FF2B5EF4-FFF2-40B4-BE49-F238E27FC236}">
                <a16:creationId xmlns:a16="http://schemas.microsoft.com/office/drawing/2014/main" id="{C76F6C95-1C39-68C0-B253-9D57E31C9180}"/>
              </a:ext>
            </a:extLst>
          </p:cNvPr>
          <p:cNvPicPr/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6946900" cy="939800"/>
          </a:xfrm>
          <a:prstGeom prst="rect">
            <a:avLst/>
          </a:prstGeom>
        </p:spPr>
      </p:pic>
      <p:pic>
        <p:nvPicPr>
          <p:cNvPr id="10" name="Picture 9" descr="A blue triangle on a black background&#10;&#10;AI-generated content may be incorrect.">
            <a:extLst>
              <a:ext uri="{FF2B5EF4-FFF2-40B4-BE49-F238E27FC236}">
                <a16:creationId xmlns:a16="http://schemas.microsoft.com/office/drawing/2014/main" id="{15F5C248-7B3C-6E8B-2347-9D906A3FE6A4}"/>
              </a:ext>
            </a:extLst>
          </p:cNvPr>
          <p:cNvPicPr/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930900"/>
            <a:ext cx="927100" cy="927100"/>
          </a:xfrm>
          <a:prstGeom prst="rect">
            <a:avLst/>
          </a:prstGeom>
        </p:spPr>
      </p:pic>
      <p:pic>
        <p:nvPicPr>
          <p:cNvPr id="15" name="Picture 14" descr="A yellow rectangular object with black stripe&#10;&#10;AI-generated content may be incorrect.">
            <a:extLst>
              <a:ext uri="{FF2B5EF4-FFF2-40B4-BE49-F238E27FC236}">
                <a16:creationId xmlns:a16="http://schemas.microsoft.com/office/drawing/2014/main" id="{3C2CC6D4-1418-E59C-E1BE-EA282A13402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brightnessContrast bright="6000" contras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7800" y="5930900"/>
            <a:ext cx="6934200" cy="927100"/>
          </a:xfrm>
          <a:prstGeom prst="rect">
            <a:avLst/>
          </a:prstGeom>
        </p:spPr>
      </p:pic>
      <p:pic>
        <p:nvPicPr>
          <p:cNvPr id="16" name="Picture 15" descr="A yellow triangle on a black background&#10;&#10;AI-generated content may be incorrect.">
            <a:extLst>
              <a:ext uri="{FF2B5EF4-FFF2-40B4-BE49-F238E27FC236}">
                <a16:creationId xmlns:a16="http://schemas.microsoft.com/office/drawing/2014/main" id="{F4262621-F9D7-8E76-FDD7-501AABEFE7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075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LD - Client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C4F661C1-C16B-6AAC-CB73-0186C5CC72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636" r="43859"/>
          <a:stretch>
            <a:fillRect/>
          </a:stretch>
        </p:blipFill>
        <p:spPr>
          <a:xfrm>
            <a:off x="5668617" y="0"/>
            <a:ext cx="6523383" cy="6858000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40D84A3-59A4-B48C-CA50-CF7D35BAC8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8617" y="0"/>
            <a:ext cx="6523383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82A45AA0-792A-BEED-91F1-A08E64D39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12" y="6288732"/>
            <a:ext cx="1711188" cy="345791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888D632-4D60-79EF-BA67-B3EAB4865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5" y="4687892"/>
            <a:ext cx="5025887" cy="599704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035D464-B4AE-2A76-ACDD-58F2FCF2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65" y="2090275"/>
            <a:ext cx="5025887" cy="241068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DD00CC1-9B07-E063-6342-F083A69829E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1365" y="1026497"/>
            <a:ext cx="1889125" cy="876849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Client Logo</a:t>
            </a:r>
          </a:p>
        </p:txBody>
      </p:sp>
      <p:pic>
        <p:nvPicPr>
          <p:cNvPr id="9" name="Picture 8" descr="A blue and black rectangle&#10;&#10;AI-generated content may be incorrect.">
            <a:extLst>
              <a:ext uri="{FF2B5EF4-FFF2-40B4-BE49-F238E27FC236}">
                <a16:creationId xmlns:a16="http://schemas.microsoft.com/office/drawing/2014/main" id="{FD32D5CE-7BF1-DC14-F974-68998F2C7C7B}"/>
              </a:ext>
            </a:extLst>
          </p:cNvPr>
          <p:cNvPicPr/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6946900" cy="939800"/>
          </a:xfrm>
          <a:prstGeom prst="rect">
            <a:avLst/>
          </a:prstGeom>
        </p:spPr>
      </p:pic>
      <p:pic>
        <p:nvPicPr>
          <p:cNvPr id="10" name="Picture 9" descr="A blue triangle on a black background&#10;&#10;AI-generated content may be incorrect.">
            <a:extLst>
              <a:ext uri="{FF2B5EF4-FFF2-40B4-BE49-F238E27FC236}">
                <a16:creationId xmlns:a16="http://schemas.microsoft.com/office/drawing/2014/main" id="{412CDBDC-E260-111B-247D-3158855BA8D6}"/>
              </a:ext>
            </a:extLst>
          </p:cNvPr>
          <p:cNvPicPr/>
          <p:nvPr userDrawn="1"/>
        </p:nvPicPr>
        <p:blipFill>
          <a:blip r:embed="rId6"/>
          <a:stretch>
            <a:fillRect/>
          </a:stretch>
        </p:blipFill>
        <p:spPr>
          <a:xfrm>
            <a:off x="0" y="5930900"/>
            <a:ext cx="927100" cy="9271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C7DC26C1-350B-751A-6880-3BBC83071A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366" y="5474525"/>
            <a:ext cx="5025886" cy="379624"/>
          </a:xfrm>
        </p:spPr>
        <p:txBody>
          <a:bodyPr anchor="ctr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2" name="Picture 1" descr="A yellow rectangular object with black stripe&#10;&#10;AI-generated content may be incorrect.">
            <a:extLst>
              <a:ext uri="{FF2B5EF4-FFF2-40B4-BE49-F238E27FC236}">
                <a16:creationId xmlns:a16="http://schemas.microsoft.com/office/drawing/2014/main" id="{558FFE17-A840-84B2-C583-103F2310444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7800" y="5930900"/>
            <a:ext cx="6934200" cy="927100"/>
          </a:xfrm>
          <a:prstGeom prst="rect">
            <a:avLst/>
          </a:prstGeom>
        </p:spPr>
      </p:pic>
      <p:pic>
        <p:nvPicPr>
          <p:cNvPr id="3" name="Picture 2" descr="A yellow triangle on a black background&#10;&#10;AI-generated content may be incorrect.">
            <a:extLst>
              <a:ext uri="{FF2B5EF4-FFF2-40B4-BE49-F238E27FC236}">
                <a16:creationId xmlns:a16="http://schemas.microsoft.com/office/drawing/2014/main" id="{85E03798-90DA-F5F4-51E6-3F93502A949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88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GOLD - Section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ity with clouds in the sky&#10;&#10;AI-generated content may be incorrect.">
            <a:extLst>
              <a:ext uri="{FF2B5EF4-FFF2-40B4-BE49-F238E27FC236}">
                <a16:creationId xmlns:a16="http://schemas.microsoft.com/office/drawing/2014/main" id="{6290BC87-AFD5-A123-39E9-96AC309C01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3467" r="23313" b="98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yellow rectangular object with black stripe&#10;&#10;AI-generated content may be incorrect.">
            <a:extLst>
              <a:ext uri="{FF2B5EF4-FFF2-40B4-BE49-F238E27FC236}">
                <a16:creationId xmlns:a16="http://schemas.microsoft.com/office/drawing/2014/main" id="{0F9536C0-895E-8B0C-0F69-F124F4D6C4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57800" y="5930900"/>
            <a:ext cx="6934200" cy="927100"/>
          </a:xfrm>
          <a:prstGeom prst="rect">
            <a:avLst/>
          </a:prstGeom>
        </p:spPr>
      </p:pic>
      <p:pic>
        <p:nvPicPr>
          <p:cNvPr id="11" name="Picture 10" descr="A yellow triangle on a black background&#10;&#10;AI-generated content may be incorrect.">
            <a:extLst>
              <a:ext uri="{FF2B5EF4-FFF2-40B4-BE49-F238E27FC236}">
                <a16:creationId xmlns:a16="http://schemas.microsoft.com/office/drawing/2014/main" id="{D12C019B-9207-DB7B-748B-448F21F5F7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  <p:pic>
        <p:nvPicPr>
          <p:cNvPr id="9" name="Picture 8" descr="A blue and black rectangle&#10;&#10;AI-generated content may be incorrect.">
            <a:extLst>
              <a:ext uri="{FF2B5EF4-FFF2-40B4-BE49-F238E27FC236}">
                <a16:creationId xmlns:a16="http://schemas.microsoft.com/office/drawing/2014/main" id="{7D76442F-48DB-FA4F-3103-60402F6DD121}"/>
              </a:ext>
            </a:extLst>
          </p:cNvPr>
          <p:cNvPicPr/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6946900" cy="939800"/>
          </a:xfrm>
          <a:prstGeom prst="rect">
            <a:avLst/>
          </a:prstGeom>
        </p:spPr>
      </p:pic>
      <p:pic>
        <p:nvPicPr>
          <p:cNvPr id="10" name="Picture 9" descr="A blue triangle on a black background&#10;&#10;AI-generated content may be incorrect.">
            <a:extLst>
              <a:ext uri="{FF2B5EF4-FFF2-40B4-BE49-F238E27FC236}">
                <a16:creationId xmlns:a16="http://schemas.microsoft.com/office/drawing/2014/main" id="{A673761A-456F-6051-9192-C3DEA2B928F0}"/>
              </a:ext>
            </a:extLst>
          </p:cNvPr>
          <p:cNvPicPr/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930900"/>
            <a:ext cx="927100" cy="927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AD56DB-EC4B-6A19-2F8A-555D961BF741}"/>
              </a:ext>
            </a:extLst>
          </p:cNvPr>
          <p:cNvSpPr/>
          <p:nvPr/>
        </p:nvSpPr>
        <p:spPr>
          <a:xfrm>
            <a:off x="1239520" y="3354645"/>
            <a:ext cx="5638358" cy="3503355"/>
          </a:xfrm>
          <a:prstGeom prst="rect">
            <a:avLst/>
          </a:prstGeom>
          <a:solidFill>
            <a:schemeClr val="bg1">
              <a:alpha val="94902"/>
            </a:schemeClr>
          </a:solidFill>
          <a:ln>
            <a:noFill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ADD3D-A8CB-4047-897C-0E1F55F25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85182"/>
            <a:ext cx="2789584" cy="805069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9607C-634E-4669-BEF4-CEC84AA9E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57899"/>
            <a:ext cx="5025887" cy="186225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E9579-AFFE-7DC6-B86A-7C01224414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7127" y="5887981"/>
            <a:ext cx="897746" cy="60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14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Gold_Title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23C5863-DAE4-08AB-8FAA-79C3528EF102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7" name="Rectangle 36">
              <a:extLst>
                <a:ext uri="{FF2B5EF4-FFF2-40B4-BE49-F238E27FC236}">
                  <a16:creationId xmlns:a16="http://schemas.microsoft.com/office/drawing/2014/main" id="{D6A97B2A-A5DD-2085-DAF3-7FAA9FCF9469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EC33A943-C1FA-B17B-9CB7-49851C29C61A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B7916C-CA22-C29A-21E2-8840812E78F5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FC3D13B-54F4-378D-3031-7438DAEBEEC3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AC43F5AD-DFD5-8B3E-55A9-14F81AEC55AE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Slide Number Placeholder 11">
            <a:extLst>
              <a:ext uri="{FF2B5EF4-FFF2-40B4-BE49-F238E27FC236}">
                <a16:creationId xmlns:a16="http://schemas.microsoft.com/office/drawing/2014/main" id="{ADEA0724-D906-FD2C-76A0-B318A7FB8BD7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3" name="Picture 22" descr="A black and white logo&#10;&#10;AI-generated content may be incorrect.">
            <a:extLst>
              <a:ext uri="{FF2B5EF4-FFF2-40B4-BE49-F238E27FC236}">
                <a16:creationId xmlns:a16="http://schemas.microsoft.com/office/drawing/2014/main" id="{67707D61-6FE0-C995-D64B-3D066CEC8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0695D0F6-79C5-DE13-F96D-E3E250B39A75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668B82-4B37-D8C7-CEDA-30114D60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5"/>
            <a:ext cx="9805070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39266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Gold_Title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C43C324-4C15-77C3-164D-D0C967BAA1DF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A23862CE-C95C-E70B-8925-2A44C7AE99B0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36">
              <a:extLst>
                <a:ext uri="{FF2B5EF4-FFF2-40B4-BE49-F238E27FC236}">
                  <a16:creationId xmlns:a16="http://schemas.microsoft.com/office/drawing/2014/main" id="{2FBB394E-050D-CFA1-EF93-3977CC3540F1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82A4C0-DEA1-0956-3C7E-9D7A628AA411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A3F5A6-32B7-18DD-0436-654CD438506B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FF5BDBA8-600F-3219-A85E-5C46618EC819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9728654D-FBCF-9983-5DE4-45833B731151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5B236405-3550-D1E5-C5D2-D109B3AEE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12855CA1-FAFB-6AC0-56C7-0F76A8004FCC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82AD0-74D0-E5CB-A2A2-DC1D409F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7125"/>
            <a:ext cx="9805070" cy="8740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6527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Gold_Title, Subtitle,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23C5863-DAE4-08AB-8FAA-79C3528EF102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7" name="Rectangle 36">
              <a:extLst>
                <a:ext uri="{FF2B5EF4-FFF2-40B4-BE49-F238E27FC236}">
                  <a16:creationId xmlns:a16="http://schemas.microsoft.com/office/drawing/2014/main" id="{D6A97B2A-A5DD-2085-DAF3-7FAA9FCF9469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EC33A943-C1FA-B17B-9CB7-49851C29C61A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B7916C-CA22-C29A-21E2-8840812E78F5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FC3D13B-54F4-378D-3031-7438DAEBEEC3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AC43F5AD-DFD5-8B3E-55A9-14F81AEC55AE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Slide Number Placeholder 11">
            <a:extLst>
              <a:ext uri="{FF2B5EF4-FFF2-40B4-BE49-F238E27FC236}">
                <a16:creationId xmlns:a16="http://schemas.microsoft.com/office/drawing/2014/main" id="{ADEA0724-D906-FD2C-76A0-B318A7FB8BD7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3" name="Picture 22" descr="A black and white logo&#10;&#10;AI-generated content may be incorrect.">
            <a:extLst>
              <a:ext uri="{FF2B5EF4-FFF2-40B4-BE49-F238E27FC236}">
                <a16:creationId xmlns:a16="http://schemas.microsoft.com/office/drawing/2014/main" id="{67707D61-6FE0-C995-D64B-3D066CEC8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0695D0F6-79C5-DE13-F96D-E3E250B39A75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96842D9-2715-4D1F-F4AF-227A5C709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4E62E27-3A82-DDD2-C572-B2D24A1D4E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2839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Gold_Title, Subtitle,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C43C324-4C15-77C3-164D-D0C967BAA1DF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A23862CE-C95C-E70B-8925-2A44C7AE99B0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36">
              <a:extLst>
                <a:ext uri="{FF2B5EF4-FFF2-40B4-BE49-F238E27FC236}">
                  <a16:creationId xmlns:a16="http://schemas.microsoft.com/office/drawing/2014/main" id="{2FBB394E-050D-CFA1-EF93-3977CC3540F1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82A4C0-DEA1-0956-3C7E-9D7A628AA411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A3F5A6-32B7-18DD-0436-654CD438506B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FF5BDBA8-600F-3219-A85E-5C46618EC819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9728654D-FBCF-9983-5DE4-45833B731151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5B236405-3550-D1E5-C5D2-D109B3AEE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52" y="244772"/>
            <a:ext cx="933903" cy="626208"/>
          </a:xfrm>
          <a:prstGeom prst="rect">
            <a:avLst/>
          </a:prstGeom>
        </p:spPr>
      </p:pic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12855CA1-FAFB-6AC0-56C7-0F76A8004FCC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37F25DC9-2CF9-BAD7-D72A-5A0F5E03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-55043"/>
            <a:ext cx="980507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F20C4062-4E3F-6651-3088-B09307B14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568623"/>
            <a:ext cx="980507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1968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Gold_Title, Subtitle,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E17EEA-5B04-F7EE-9850-ADCD486DBBC1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405BA172-5365-03B8-85C4-7DCAE1E5333E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A930E06A-4169-3D0E-2F7B-BC6A92CFE9D0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2289663-701A-9BFC-904B-4C25182C25FB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4519D7-5A90-1DA1-C8D9-7313519025E5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38F48CCB-705B-7C24-D4A7-E179DFBE6B13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CB6C8EA6-3331-750D-123B-63B046DF9966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ACC8641-D9E0-EEEB-546D-6D7D734A8678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CAD3881A-1F7C-0A69-E122-5489FEF93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ECBB55B6-FB08-F626-AFC7-56FEFA9F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-55043"/>
            <a:ext cx="879923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AFC644B1-451C-6716-942F-4573BD6629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1" y="568623"/>
            <a:ext cx="879923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993C49E0-E2F8-FB54-338A-B138802BEE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7508613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Gold_Title, Subtitle,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1EC7DF-5A16-0C6A-285C-222F2DDA194E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DD921773-1BF8-AEDD-97BA-9E3F7CED7CCD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5BE13943-F409-B588-EE20-791262B7AF2F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6530A7B-6F27-151E-7A21-C35B69CA394D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ECBA69-74A9-0FEC-3A7D-3C53F23DEF7E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714C1230-3C9B-2B7E-6225-1E31A7C2106A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5191BA12-14CC-3ADA-9364-85CDB906FDD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9EED29C5-6D3D-1DDC-5095-C534B182DC19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5E5C748-5A17-56C4-A3E1-CCC8D36E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-55043"/>
            <a:ext cx="8799230" cy="9411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98A63585-735E-7193-B873-7066D59A06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1" y="568623"/>
            <a:ext cx="8799230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3E86D7DF-0735-0A98-1DB1-5CC83E7B1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FB4B802A-DA94-5FC5-D757-586709DE5F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613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Gold_Title, Subtitle,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E17EEA-5B04-F7EE-9850-ADCD486DBBC1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405BA172-5365-03B8-85C4-7DCAE1E5333E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A930E06A-4169-3D0E-2F7B-BC6A92CFE9D0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2289663-701A-9BFC-904B-4C25182C25FB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2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4519D7-5A90-1DA1-C8D9-7313519025E5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38F48CCB-705B-7C24-D4A7-E179DFBE6B13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CB6C8EA6-3331-750D-123B-63B046DF9966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ACC8641-D9E0-EEEB-546D-6D7D734A8678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CAD3881A-1F7C-0A69-E122-5489FEF93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993C49E0-E2F8-FB54-338A-B138802BEE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13A41-C661-7E10-7126-7C143CC8D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358" y="67126"/>
            <a:ext cx="8621245" cy="8740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11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Gold_Title, Subtitle,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1EC7DF-5A16-0C6A-285C-222F2DDA194E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DD921773-1BF8-AEDD-97BA-9E3F7CED7CCD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5BE13943-F409-B588-EE20-791262B7AF2F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6530A7B-6F27-151E-7A21-C35B69CA394D}"/>
              </a:ext>
            </a:extLst>
          </p:cNvPr>
          <p:cNvGrpSpPr/>
          <p:nvPr userDrawn="1"/>
        </p:nvGrpSpPr>
        <p:grpSpPr>
          <a:xfrm>
            <a:off x="0" y="0"/>
            <a:ext cx="11063965" cy="941184"/>
            <a:chOff x="195914" y="0"/>
            <a:chExt cx="11063965" cy="941184"/>
          </a:xfrm>
          <a:solidFill>
            <a:schemeClr val="bg1"/>
          </a:solidFill>
          <a:effectLst>
            <a:outerShdw blurRad="152400" dist="127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ECBA69-74A9-0FEC-3A7D-3C53F23DEF7E}"/>
                </a:ext>
              </a:extLst>
            </p:cNvPr>
            <p:cNvSpPr/>
            <p:nvPr/>
          </p:nvSpPr>
          <p:spPr>
            <a:xfrm>
              <a:off x="195914" y="0"/>
              <a:ext cx="10170830" cy="9411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714C1230-3C9B-2B7E-6225-1E31A7C2106A}"/>
                </a:ext>
              </a:extLst>
            </p:cNvPr>
            <p:cNvSpPr/>
            <p:nvPr/>
          </p:nvSpPr>
          <p:spPr>
            <a:xfrm flipV="1">
              <a:off x="10366744" y="0"/>
              <a:ext cx="893135" cy="94118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5191BA12-14CC-3ADA-9364-85CDB906FDD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9EED29C5-6D3D-1DDC-5095-C534B182DC19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3E86D7DF-0735-0A98-1DB1-5CC83E7B1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35014" y="178743"/>
            <a:ext cx="1181234" cy="76244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FB4B802A-DA94-5FC5-D757-586709DE5F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228" y="178741"/>
            <a:ext cx="933903" cy="626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0F8C7C-08FC-EDCD-D500-ABA39AB8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358" y="67126"/>
            <a:ext cx="8621245" cy="8740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438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/3rd Split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54" y="1173237"/>
            <a:ext cx="4994164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1779" y="1755510"/>
            <a:ext cx="4994155" cy="413885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 marL="13716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D4090AB-B73A-4A3A-5929-798F4A6E2A1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01408" y="725564"/>
            <a:ext cx="5878813" cy="5168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 marL="13716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0B743C4-F66A-0C80-EA15-927B7449E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38" y="310613"/>
            <a:ext cx="2606129" cy="52663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D1DFF05-D5BE-38D9-302F-A4F71E4B4D57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AFADEAED-4F11-67B8-422A-C9F8FAF0AB83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F6C"/>
            </a:solidFill>
            <a:ln w="9525" cap="flat" cmpd="sng" algn="ctr">
              <a:solidFill>
                <a:srgbClr val="002F6C"/>
              </a:solidFill>
              <a:prstDash val="solid"/>
              <a:miter lim="800000"/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7" name="Rectangle 36">
              <a:extLst>
                <a:ext uri="{FF2B5EF4-FFF2-40B4-BE49-F238E27FC236}">
                  <a16:creationId xmlns:a16="http://schemas.microsoft.com/office/drawing/2014/main" id="{6D8A9DA6-3573-75BB-E65F-1E5E78B17BE8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BE00"/>
            </a:solidFill>
            <a:ln w="9525" cap="flat" cmpd="sng" algn="ctr">
              <a:noFill/>
              <a:prstDash val="solid"/>
              <a:miter lim="800000"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28" name="Slide Number Placeholder 11">
            <a:extLst>
              <a:ext uri="{FF2B5EF4-FFF2-40B4-BE49-F238E27FC236}">
                <a16:creationId xmlns:a16="http://schemas.microsoft.com/office/drawing/2014/main" id="{C85A1AC4-CE3C-F80D-F07C-F2D5A4407141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452812-C10A-4AB2-8074-0CB7DB09664E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1A73977-91C6-0C02-92C2-4B55042F8483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E2E2E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© 2026 Kaizen Analytix LLC   |   All Rights Reserved.  CONFIDENTIAL &amp; PROPRIETARY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225843D-6F66-F034-9E86-F4FF5A9E27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7" t="-5244" r="-5245" b="-7088"/>
          <a:stretch>
            <a:fillRect/>
          </a:stretch>
        </p:blipFill>
        <p:spPr>
          <a:xfrm>
            <a:off x="10958529" y="6132436"/>
            <a:ext cx="587032" cy="586080"/>
          </a:xfrm>
          <a:prstGeom prst="ellipse">
            <a:avLst/>
          </a:prstGeom>
          <a:solidFill>
            <a:schemeClr val="bg1"/>
          </a:solidFill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FBAC57-ED26-89C4-BAC8-C29FC4393F22}"/>
              </a:ext>
            </a:extLst>
          </p:cNvPr>
          <p:cNvCxnSpPr>
            <a:cxnSpLocks/>
          </p:cNvCxnSpPr>
          <p:nvPr userDrawn="1"/>
        </p:nvCxnSpPr>
        <p:spPr>
          <a:xfrm>
            <a:off x="3209177" y="298319"/>
            <a:ext cx="0" cy="5512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7745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Photo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518" y="245311"/>
            <a:ext cx="6309360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1518" y="630797"/>
            <a:ext cx="6309360" cy="42227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BCBF787-17EA-44B3-93F6-3D0C4DB06F5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1947902" cy="6851650"/>
          </a:xfr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Insert Photo. Premade slides can be accessed in “Stock Photos for PowerPoints” under “PowerPoint Resources”</a:t>
            </a:r>
          </a:p>
          <a:p>
            <a:endParaRPr lang="en-US" dirty="0"/>
          </a:p>
        </p:txBody>
      </p:sp>
      <p:pic>
        <p:nvPicPr>
          <p:cNvPr id="4" name="Picture 3" descr="A black and grey logo&#10;&#10;Description automatically generated">
            <a:extLst>
              <a:ext uri="{FF2B5EF4-FFF2-40B4-BE49-F238E27FC236}">
                <a16:creationId xmlns:a16="http://schemas.microsoft.com/office/drawing/2014/main" id="{A5119FA1-FAA7-F1E7-FE0D-83F31E79F4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7B37BAA1-1B44-E632-7A34-C422BE77A2BA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752946C3-648E-1BD0-0FF6-EF365C0D622D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7723672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182002E-3A69-41ED-81ED-880BB54B560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3" t="72843" r="84426"/>
          <a:stretch>
            <a:fillRect/>
          </a:stretch>
        </p:blipFill>
        <p:spPr>
          <a:xfrm>
            <a:off x="3045080" y="3239697"/>
            <a:ext cx="603179" cy="855887"/>
          </a:xfrm>
          <a:prstGeom prst="rect">
            <a:avLst/>
          </a:prstGeom>
          <a:effectLst>
            <a:outerShdw blurRad="50800" dist="25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519" y="245312"/>
            <a:ext cx="6804187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57949" y="4183125"/>
            <a:ext cx="2377440" cy="2264415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Clr>
                <a:srgbClr val="6F85A5"/>
              </a:buClr>
              <a:buFont typeface="Arial" panose="020B0604020202020204" pitchFamily="34" charset="0"/>
              <a:buChar char="•"/>
              <a:defRPr sz="1000">
                <a:latin typeface="Aptos" panose="020B0004020202020204" pitchFamily="34" charset="0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Clr>
                <a:srgbClr val="6F85A5"/>
              </a:buClr>
              <a:buFont typeface="Arial" panose="020B0604020202020204" pitchFamily="34" charset="0"/>
              <a:buChar char="•"/>
              <a:defRPr sz="900">
                <a:latin typeface="Aptos" panose="020B0004020202020204" pitchFamily="34" charset="0"/>
              </a:defRPr>
            </a:lvl2pPr>
            <a:lvl3pPr algn="l">
              <a:lnSpc>
                <a:spcPct val="100000"/>
              </a:lnSpc>
              <a:spcAft>
                <a:spcPts val="0"/>
              </a:spcAft>
              <a:buClr>
                <a:srgbClr val="6F85A5"/>
              </a:buClr>
              <a:buFont typeface="Arial" panose="020B0604020202020204" pitchFamily="34" charset="0"/>
              <a:buChar char="•"/>
              <a:defRPr sz="800">
                <a:latin typeface="Aptos" panose="020B0004020202020204" pitchFamily="34" charset="0"/>
              </a:defRPr>
            </a:lvl3pPr>
            <a:lvl4pPr algn="l">
              <a:lnSpc>
                <a:spcPct val="100000"/>
              </a:lnSpc>
              <a:spcAft>
                <a:spcPts val="0"/>
              </a:spcAft>
              <a:buClr>
                <a:srgbClr val="6F85A5"/>
              </a:buClr>
              <a:buFont typeface="Arial" panose="020B0604020202020204" pitchFamily="34" charset="0"/>
              <a:buChar char="•"/>
              <a:defRPr sz="700">
                <a:latin typeface="Aptos" panose="020B0004020202020204" pitchFamily="34" charset="0"/>
              </a:defRPr>
            </a:lvl4pPr>
            <a:lvl5pPr algn="l">
              <a:lnSpc>
                <a:spcPct val="100000"/>
              </a:lnSpc>
              <a:spcAft>
                <a:spcPts val="0"/>
              </a:spcAft>
              <a:buClr>
                <a:srgbClr val="6F85A5"/>
              </a:buClr>
              <a:buFont typeface="Arial" panose="020B0604020202020204" pitchFamily="34" charset="0"/>
              <a:buChar char="•"/>
              <a:defRPr sz="7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1519" y="630798"/>
            <a:ext cx="6804187" cy="42227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023E50A-2E4E-4AE9-B249-DB7BFE1DF5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78552" y="4183125"/>
            <a:ext cx="2377440" cy="226491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buClr>
                <a:srgbClr val="6F85A5"/>
              </a:buClr>
              <a:defRPr sz="1000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buClr>
                <a:srgbClr val="6F85A5"/>
              </a:buClr>
              <a:defRPr sz="900">
                <a:latin typeface="Aptos" panose="020B0004020202020204" pitchFamily="34" charset="0"/>
              </a:defRPr>
            </a:lvl2pPr>
            <a:lvl3pPr>
              <a:spcAft>
                <a:spcPts val="0"/>
              </a:spcAft>
              <a:buClr>
                <a:srgbClr val="6F85A5"/>
              </a:buClr>
              <a:defRPr sz="800">
                <a:latin typeface="Aptos" panose="020B0004020202020204" pitchFamily="34" charset="0"/>
              </a:defRPr>
            </a:lvl3pPr>
            <a:lvl4pPr>
              <a:spcAft>
                <a:spcPts val="0"/>
              </a:spcAft>
              <a:buClr>
                <a:srgbClr val="6F85A5"/>
              </a:buClr>
              <a:defRPr sz="700">
                <a:latin typeface="Aptos" panose="020B0004020202020204" pitchFamily="34" charset="0"/>
              </a:defRPr>
            </a:lvl4pPr>
            <a:lvl5pPr>
              <a:spcAft>
                <a:spcPts val="0"/>
              </a:spcAft>
              <a:buClr>
                <a:srgbClr val="6F85A5"/>
              </a:buClr>
              <a:defRPr sz="7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1A24BFD-8746-417F-B50F-7E54C8ADC8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99156" y="4183125"/>
            <a:ext cx="2377440" cy="226491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buClr>
                <a:srgbClr val="6F85A5"/>
              </a:buClr>
              <a:defRPr sz="1000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buClr>
                <a:srgbClr val="6F85A5"/>
              </a:buClr>
              <a:defRPr sz="900">
                <a:latin typeface="Aptos" panose="020B0004020202020204" pitchFamily="34" charset="0"/>
              </a:defRPr>
            </a:lvl2pPr>
            <a:lvl3pPr>
              <a:spcAft>
                <a:spcPts val="0"/>
              </a:spcAft>
              <a:buClr>
                <a:srgbClr val="6F85A5"/>
              </a:buClr>
              <a:defRPr sz="800">
                <a:latin typeface="Aptos" panose="020B0004020202020204" pitchFamily="34" charset="0"/>
              </a:defRPr>
            </a:lvl3pPr>
            <a:lvl4pPr>
              <a:spcAft>
                <a:spcPts val="0"/>
              </a:spcAft>
              <a:buClr>
                <a:srgbClr val="6F85A5"/>
              </a:buClr>
              <a:defRPr sz="700">
                <a:latin typeface="Aptos" panose="020B0004020202020204" pitchFamily="34" charset="0"/>
              </a:defRPr>
            </a:lvl4pPr>
            <a:lvl5pPr>
              <a:spcAft>
                <a:spcPts val="0"/>
              </a:spcAft>
              <a:buClr>
                <a:srgbClr val="6F85A5"/>
              </a:buClr>
              <a:defRPr sz="7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D1AFC4-BEC9-47D6-ADF2-71F176B348BB}"/>
              </a:ext>
            </a:extLst>
          </p:cNvPr>
          <p:cNvCxnSpPr>
            <a:cxnSpLocks/>
          </p:cNvCxnSpPr>
          <p:nvPr/>
        </p:nvCxnSpPr>
        <p:spPr>
          <a:xfrm>
            <a:off x="2123129" y="1123475"/>
            <a:ext cx="5285232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4D5D966-DA36-44E8-8945-AAA86E691024}"/>
              </a:ext>
            </a:extLst>
          </p:cNvPr>
          <p:cNvSpPr txBox="1"/>
          <p:nvPr/>
        </p:nvSpPr>
        <p:spPr>
          <a:xfrm>
            <a:off x="8837131" y="147611"/>
            <a:ext cx="3231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CASE STUDY</a:t>
            </a:r>
          </a:p>
        </p:txBody>
      </p:sp>
      <p:pic>
        <p:nvPicPr>
          <p:cNvPr id="8" name="Picture 7" descr="A black and grey logo&#10;&#10;Description automatically generated">
            <a:extLst>
              <a:ext uri="{FF2B5EF4-FFF2-40B4-BE49-F238E27FC236}">
                <a16:creationId xmlns:a16="http://schemas.microsoft.com/office/drawing/2014/main" id="{5D082EA6-79EE-8F2B-B86D-CD1E704AB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11888"/>
            <a:ext cx="1059895" cy="21417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CF2349-3B60-4624-D0F6-BE727F94BF67}"/>
              </a:ext>
            </a:extLst>
          </p:cNvPr>
          <p:cNvCxnSpPr>
            <a:cxnSpLocks/>
          </p:cNvCxnSpPr>
          <p:nvPr/>
        </p:nvCxnSpPr>
        <p:spPr>
          <a:xfrm>
            <a:off x="2123129" y="1123475"/>
            <a:ext cx="6675120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B0BE60-52C0-0422-C97A-F25F3E6995B3}"/>
              </a:ext>
            </a:extLst>
          </p:cNvPr>
          <p:cNvCxnSpPr>
            <a:cxnSpLocks/>
          </p:cNvCxnSpPr>
          <p:nvPr/>
        </p:nvCxnSpPr>
        <p:spPr>
          <a:xfrm>
            <a:off x="2123129" y="1123475"/>
            <a:ext cx="6766560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665419-4D54-9182-21B0-9BF5742D1939}"/>
              </a:ext>
            </a:extLst>
          </p:cNvPr>
          <p:cNvGrpSpPr/>
          <p:nvPr/>
        </p:nvGrpSpPr>
        <p:grpSpPr>
          <a:xfrm>
            <a:off x="1816443" y="1806698"/>
            <a:ext cx="9735750" cy="1337691"/>
            <a:chOff x="1467213" y="3110257"/>
            <a:chExt cx="9735750" cy="133769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3E0EBC-A283-3CA4-A19F-C0B68CCE599D}"/>
                </a:ext>
              </a:extLst>
            </p:cNvPr>
            <p:cNvSpPr/>
            <p:nvPr userDrawn="1"/>
          </p:nvSpPr>
          <p:spPr>
            <a:xfrm>
              <a:off x="1467213" y="3620045"/>
              <a:ext cx="7887833" cy="82790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DF23FA66-E8CF-0C0C-D97C-28FBFEA8B2CE}"/>
                </a:ext>
              </a:extLst>
            </p:cNvPr>
            <p:cNvSpPr/>
            <p:nvPr userDrawn="1"/>
          </p:nvSpPr>
          <p:spPr>
            <a:xfrm rot="19761793">
              <a:off x="8989348" y="3110257"/>
              <a:ext cx="2213615" cy="832104"/>
            </a:xfrm>
            <a:prstGeom prst="parallelogram">
              <a:avLst>
                <a:gd name="adj" fmla="val 257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F39615-E940-3566-B988-82B5510896A0}"/>
              </a:ext>
            </a:extLst>
          </p:cNvPr>
          <p:cNvGrpSpPr/>
          <p:nvPr/>
        </p:nvGrpSpPr>
        <p:grpSpPr>
          <a:xfrm>
            <a:off x="9985861" y="1077619"/>
            <a:ext cx="1654278" cy="1654278"/>
            <a:chOff x="4655485" y="1193878"/>
            <a:chExt cx="1259330" cy="1259330"/>
          </a:xfrm>
          <a:solidFill>
            <a:srgbClr val="364354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2374143-C574-23C3-537A-EE7BDFBDA84B}"/>
                </a:ext>
              </a:extLst>
            </p:cNvPr>
            <p:cNvSpPr/>
            <p:nvPr userDrawn="1"/>
          </p:nvSpPr>
          <p:spPr>
            <a:xfrm>
              <a:off x="4655485" y="1193878"/>
              <a:ext cx="1259330" cy="125933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71F672F-9956-0A44-3B9E-852C230C69E1}"/>
                </a:ext>
              </a:extLst>
            </p:cNvPr>
            <p:cNvSpPr/>
            <p:nvPr userDrawn="1"/>
          </p:nvSpPr>
          <p:spPr>
            <a:xfrm>
              <a:off x="4713650" y="1252043"/>
              <a:ext cx="1143000" cy="11430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0DF1CF-1B32-BBE1-B6F4-B29E14556C33}"/>
              </a:ext>
            </a:extLst>
          </p:cNvPr>
          <p:cNvGrpSpPr/>
          <p:nvPr/>
        </p:nvGrpSpPr>
        <p:grpSpPr>
          <a:xfrm>
            <a:off x="2717004" y="1966224"/>
            <a:ext cx="1259330" cy="1259330"/>
            <a:chOff x="4655485" y="1193878"/>
            <a:chExt cx="1259330" cy="125933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D59C353-D08B-7918-6D15-9646EC59E043}"/>
                </a:ext>
              </a:extLst>
            </p:cNvPr>
            <p:cNvSpPr/>
            <p:nvPr userDrawn="1"/>
          </p:nvSpPr>
          <p:spPr>
            <a:xfrm>
              <a:off x="4655485" y="1193878"/>
              <a:ext cx="1259330" cy="1259330"/>
            </a:xfrm>
            <a:prstGeom prst="ellipse">
              <a:avLst/>
            </a:prstGeom>
            <a:solidFill>
              <a:srgbClr val="8EA0B8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B38BBB9-C93E-8E9B-4C1F-D666C66606EC}"/>
                </a:ext>
              </a:extLst>
            </p:cNvPr>
            <p:cNvSpPr/>
            <p:nvPr userDrawn="1"/>
          </p:nvSpPr>
          <p:spPr>
            <a:xfrm>
              <a:off x="4713650" y="1252043"/>
              <a:ext cx="1143000" cy="11430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FFC53FF-A310-1C66-EDE7-C5E499E00373}"/>
              </a:ext>
            </a:extLst>
          </p:cNvPr>
          <p:cNvSpPr txBox="1"/>
          <p:nvPr/>
        </p:nvSpPr>
        <p:spPr>
          <a:xfrm>
            <a:off x="2613109" y="1566205"/>
            <a:ext cx="1467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 spc="100" baseline="0" dirty="0">
                <a:solidFill>
                  <a:srgbClr val="8EA0B8"/>
                </a:solidFill>
                <a:effectLst/>
                <a:latin typeface="Aptos SemiBold" panose="020B0004020202020204" pitchFamily="34" charset="0"/>
              </a:rPr>
              <a:t>CHALLENGE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89676D-9FA2-448E-B236-DB646A9F354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87785" y="1206744"/>
            <a:ext cx="1475948" cy="1431851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6" indent="0" algn="ctr">
              <a:buNone/>
              <a:defRPr>
                <a:solidFill>
                  <a:schemeClr val="bg1"/>
                </a:solidFill>
                <a:latin typeface="URW DIN Demi" panose="00000700000000000000" pitchFamily="50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4D6058-227B-C7C2-5D14-5EE51F088D00}"/>
              </a:ext>
            </a:extLst>
          </p:cNvPr>
          <p:cNvGrpSpPr/>
          <p:nvPr/>
        </p:nvGrpSpPr>
        <p:grpSpPr>
          <a:xfrm>
            <a:off x="5237607" y="1975513"/>
            <a:ext cx="1259330" cy="1259330"/>
            <a:chOff x="4655485" y="1193878"/>
            <a:chExt cx="1259330" cy="125933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6A920C9-63E6-356C-1CAE-E7D6BAAEBD8F}"/>
                </a:ext>
              </a:extLst>
            </p:cNvPr>
            <p:cNvSpPr/>
            <p:nvPr userDrawn="1"/>
          </p:nvSpPr>
          <p:spPr>
            <a:xfrm>
              <a:off x="4655485" y="1193878"/>
              <a:ext cx="1259330" cy="1259330"/>
            </a:xfrm>
            <a:prstGeom prst="ellipse">
              <a:avLst/>
            </a:prstGeom>
            <a:solidFill>
              <a:srgbClr val="6F85A5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F331A08-DCE5-16F3-D800-FF0C98DA0998}"/>
                </a:ext>
              </a:extLst>
            </p:cNvPr>
            <p:cNvSpPr/>
            <p:nvPr userDrawn="1"/>
          </p:nvSpPr>
          <p:spPr>
            <a:xfrm>
              <a:off x="4713650" y="1252043"/>
              <a:ext cx="1143000" cy="11430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88807CE-C4F2-298A-60A6-2BC1156A08A7}"/>
              </a:ext>
            </a:extLst>
          </p:cNvPr>
          <p:cNvSpPr txBox="1"/>
          <p:nvPr/>
        </p:nvSpPr>
        <p:spPr>
          <a:xfrm>
            <a:off x="5133712" y="1556915"/>
            <a:ext cx="1467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 spc="100" baseline="0" dirty="0">
                <a:solidFill>
                  <a:srgbClr val="6F85A5"/>
                </a:solidFill>
                <a:effectLst/>
                <a:latin typeface="Aptos SemiBold" panose="020B0004020202020204" pitchFamily="34" charset="0"/>
              </a:rPr>
              <a:t>SOLUTION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2BBA44E-7493-BE80-3CEC-71B0CAA7AC08}"/>
              </a:ext>
            </a:extLst>
          </p:cNvPr>
          <p:cNvGrpSpPr/>
          <p:nvPr/>
        </p:nvGrpSpPr>
        <p:grpSpPr>
          <a:xfrm>
            <a:off x="7758211" y="1966224"/>
            <a:ext cx="1259330" cy="1259330"/>
            <a:chOff x="4655485" y="1193878"/>
            <a:chExt cx="1259330" cy="1259330"/>
          </a:xfrm>
          <a:solidFill>
            <a:srgbClr val="364354"/>
          </a:solidFill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EB7023-41FE-94D6-B987-1428ED3840F7}"/>
                </a:ext>
              </a:extLst>
            </p:cNvPr>
            <p:cNvSpPr/>
            <p:nvPr userDrawn="1"/>
          </p:nvSpPr>
          <p:spPr>
            <a:xfrm>
              <a:off x="4655485" y="1193878"/>
              <a:ext cx="1259330" cy="1259330"/>
            </a:xfrm>
            <a:prstGeom prst="ellipse">
              <a:avLst/>
            </a:prstGeom>
            <a:grpFill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292949D-F579-D17D-6B81-F83778DDD283}"/>
                </a:ext>
              </a:extLst>
            </p:cNvPr>
            <p:cNvSpPr/>
            <p:nvPr userDrawn="1"/>
          </p:nvSpPr>
          <p:spPr>
            <a:xfrm>
              <a:off x="4713650" y="1252043"/>
              <a:ext cx="1143000" cy="11430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97C017B-723B-BDBD-4312-0F40E13E952A}"/>
              </a:ext>
            </a:extLst>
          </p:cNvPr>
          <p:cNvSpPr txBox="1"/>
          <p:nvPr/>
        </p:nvSpPr>
        <p:spPr>
          <a:xfrm>
            <a:off x="7654316" y="1566205"/>
            <a:ext cx="1467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 spc="100" baseline="0" dirty="0">
                <a:solidFill>
                  <a:srgbClr val="364354"/>
                </a:solidFill>
                <a:effectLst/>
                <a:latin typeface="Aptos SemiBold" panose="020B0004020202020204" pitchFamily="34" charset="0"/>
              </a:rPr>
              <a:t>RESULTS</a:t>
            </a:r>
          </a:p>
        </p:txBody>
      </p:sp>
      <p:pic>
        <p:nvPicPr>
          <p:cNvPr id="44" name="Picture 4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8695A4C-316D-917B-9C2D-DF111000D6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1" t="72825" r="58168" b="18"/>
          <a:stretch>
            <a:fillRect/>
          </a:stretch>
        </p:blipFill>
        <p:spPr>
          <a:xfrm>
            <a:off x="5565683" y="3239131"/>
            <a:ext cx="603179" cy="855887"/>
          </a:xfrm>
          <a:prstGeom prst="rect">
            <a:avLst/>
          </a:prstGeom>
          <a:effectLst>
            <a:outerShdw blurRad="50800" dist="25400" dir="5400000" algn="t" rotWithShape="0">
              <a:prstClr val="black">
                <a:alpha val="20000"/>
              </a:prstClr>
            </a:outerShdw>
          </a:effectLst>
        </p:spPr>
      </p:pic>
      <p:pic>
        <p:nvPicPr>
          <p:cNvPr id="45" name="Picture 4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2B4E3F6-E464-8B78-3A5F-1E28DB9CC1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1" t="72843" r="32008"/>
          <a:stretch>
            <a:fillRect/>
          </a:stretch>
        </p:blipFill>
        <p:spPr>
          <a:xfrm>
            <a:off x="8086287" y="3239131"/>
            <a:ext cx="603179" cy="855887"/>
          </a:xfrm>
          <a:prstGeom prst="rect">
            <a:avLst/>
          </a:prstGeom>
          <a:effectLst>
            <a:outerShdw blurRad="50800" dist="25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2A4139A-F6B8-4147-BFEA-D5D24C097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-1"/>
            <a:ext cx="1947902" cy="685799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white line drawing of a person in a circle&#10;&#10;AI-generated content may be incorrect.">
            <a:extLst>
              <a:ext uri="{FF2B5EF4-FFF2-40B4-BE49-F238E27FC236}">
                <a16:creationId xmlns:a16="http://schemas.microsoft.com/office/drawing/2014/main" id="{449A684D-03EC-1AC5-8B29-659003C7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47" t="-1236" r="9170" b="6042"/>
          <a:stretch>
            <a:fillRect/>
          </a:stretch>
        </p:blipFill>
        <p:spPr>
          <a:xfrm>
            <a:off x="2938438" y="2199106"/>
            <a:ext cx="821500" cy="812143"/>
          </a:xfrm>
          <a:prstGeom prst="rect">
            <a:avLst/>
          </a:prstGeom>
        </p:spPr>
      </p:pic>
      <p:pic>
        <p:nvPicPr>
          <p:cNvPr id="17" name="Picture 16" descr="A white line drawing of a trophy&#10;&#10;AI-generated content may be incorrect.">
            <a:extLst>
              <a:ext uri="{FF2B5EF4-FFF2-40B4-BE49-F238E27FC236}">
                <a16:creationId xmlns:a16="http://schemas.microsoft.com/office/drawing/2014/main" id="{8C25767F-A001-803B-33DF-8AD348061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064" y="2291734"/>
            <a:ext cx="699624" cy="699624"/>
          </a:xfrm>
          <a:prstGeom prst="rect">
            <a:avLst/>
          </a:prstGeom>
        </p:spPr>
      </p:pic>
      <p:pic>
        <p:nvPicPr>
          <p:cNvPr id="53" name="Picture 52" descr="A white light bulb with a check mark inside a gear&#10;&#10;AI-generated content may be incorrect.">
            <a:extLst>
              <a:ext uri="{FF2B5EF4-FFF2-40B4-BE49-F238E27FC236}">
                <a16:creationId xmlns:a16="http://schemas.microsoft.com/office/drawing/2014/main" id="{83E16609-3ADF-44AE-016C-3202D4A38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110" y="2111513"/>
            <a:ext cx="1226325" cy="1009099"/>
          </a:xfrm>
          <a:prstGeom prst="rect">
            <a:avLst/>
          </a:prstGeom>
        </p:spPr>
      </p:pic>
      <p:sp>
        <p:nvSpPr>
          <p:cNvPr id="54" name="Right Arrow 53">
            <a:extLst>
              <a:ext uri="{FF2B5EF4-FFF2-40B4-BE49-F238E27FC236}">
                <a16:creationId xmlns:a16="http://schemas.microsoft.com/office/drawing/2014/main" id="{44B80B24-385F-C9F5-E1B4-75B50415EA9B}"/>
              </a:ext>
            </a:extLst>
          </p:cNvPr>
          <p:cNvSpPr/>
          <p:nvPr/>
        </p:nvSpPr>
        <p:spPr>
          <a:xfrm>
            <a:off x="4405585" y="2582259"/>
            <a:ext cx="402771" cy="242158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9BB0258F-1626-C160-7ABF-936185563713}"/>
              </a:ext>
            </a:extLst>
          </p:cNvPr>
          <p:cNvSpPr/>
          <p:nvPr/>
        </p:nvSpPr>
        <p:spPr>
          <a:xfrm>
            <a:off x="6926188" y="2582259"/>
            <a:ext cx="402771" cy="242158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FFA67BA-6A89-A9C4-9E07-917D9688F03E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>
            <a:outerShdw blurRad="165100" dist="12700" dir="16200000" rotWithShape="0">
              <a:prstClr val="black">
                <a:alpha val="35000"/>
              </a:prstClr>
            </a:outerShdw>
          </a:effectLst>
        </p:grpSpPr>
        <p:sp>
          <p:nvSpPr>
            <p:cNvPr id="60" name="Rectangle 36">
              <a:extLst>
                <a:ext uri="{FF2B5EF4-FFF2-40B4-BE49-F238E27FC236}">
                  <a16:creationId xmlns:a16="http://schemas.microsoft.com/office/drawing/2014/main" id="{547F5AD5-970E-CC85-35EA-E5082750AE94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644639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36">
              <a:extLst>
                <a:ext uri="{FF2B5EF4-FFF2-40B4-BE49-F238E27FC236}">
                  <a16:creationId xmlns:a16="http://schemas.microsoft.com/office/drawing/2014/main" id="{58A7352D-89F8-8942-1734-DF35F4455014}"/>
                </a:ext>
              </a:extLst>
            </p:cNvPr>
            <p:cNvSpPr/>
            <p:nvPr userDrawn="1"/>
          </p:nvSpPr>
          <p:spPr>
            <a:xfrm rot="10800000" flipV="1">
              <a:off x="6156960" y="6629398"/>
              <a:ext cx="5882641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Slide Number Placeholder 11">
            <a:extLst>
              <a:ext uri="{FF2B5EF4-FFF2-40B4-BE49-F238E27FC236}">
                <a16:creationId xmlns:a16="http://schemas.microsoft.com/office/drawing/2014/main" id="{184F0CDB-5751-9AB8-DEF4-7DC50A388DF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3D54EBE-E91C-1A3F-9403-268000F4731A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4232642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ase Stu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E323E5-D4D1-402F-89D5-65EAEE3957BF}"/>
              </a:ext>
            </a:extLst>
          </p:cNvPr>
          <p:cNvSpPr/>
          <p:nvPr/>
        </p:nvSpPr>
        <p:spPr>
          <a:xfrm>
            <a:off x="0" y="0"/>
            <a:ext cx="12192000" cy="10685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2A4139A-F6B8-4147-BFEA-D5D24C097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" y="0"/>
            <a:ext cx="2381247" cy="10685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descr="A black and grey logo&#10;&#10;Description automatically generated">
            <a:extLst>
              <a:ext uri="{FF2B5EF4-FFF2-40B4-BE49-F238E27FC236}">
                <a16:creationId xmlns:a16="http://schemas.microsoft.com/office/drawing/2014/main" id="{CC52AF7B-7DBB-D7A0-D1BE-AD3A18267D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880FAB-F137-CC11-694A-D284EDA2C292}"/>
              </a:ext>
            </a:extLst>
          </p:cNvPr>
          <p:cNvSpPr txBox="1"/>
          <p:nvPr/>
        </p:nvSpPr>
        <p:spPr>
          <a:xfrm>
            <a:off x="8837131" y="147611"/>
            <a:ext cx="3231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CASE STUDY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C5A3EE-8AAE-0734-8AB9-7C976612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355" y="245312"/>
            <a:ext cx="6804187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A85665CF-E321-D2F1-283B-10DE77F69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96355" y="630798"/>
            <a:ext cx="6804187" cy="4222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37723-AE24-C39F-F5F1-37C9B3C7AAB7}"/>
              </a:ext>
            </a:extLst>
          </p:cNvPr>
          <p:cNvSpPr txBox="1"/>
          <p:nvPr/>
        </p:nvSpPr>
        <p:spPr>
          <a:xfrm>
            <a:off x="8837131" y="147611"/>
            <a:ext cx="3231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CASE STUDY</a:t>
            </a:r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2F435C03-D664-A836-FDD8-EEE15F25B8A7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16DA3943-5818-B048-B046-1311DC3BF125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22583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eadership &amp; Team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2CE7FA-7086-D084-1290-B91B2B0569D4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>
            <a:outerShdw blurRad="165100" dist="12700" dir="16200000" rotWithShape="0">
              <a:prstClr val="black">
                <a:alpha val="35000"/>
              </a:prstClr>
            </a:outerShdw>
          </a:effectLst>
        </p:grpSpPr>
        <p:sp>
          <p:nvSpPr>
            <p:cNvPr id="4" name="Rectangle 36">
              <a:extLst>
                <a:ext uri="{FF2B5EF4-FFF2-40B4-BE49-F238E27FC236}">
                  <a16:creationId xmlns:a16="http://schemas.microsoft.com/office/drawing/2014/main" id="{6CC577C6-4407-364E-9921-CFEFD79C241F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644639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4D5D2555-DC8D-F8CC-40D0-6373568CA67E}"/>
                </a:ext>
              </a:extLst>
            </p:cNvPr>
            <p:cNvSpPr/>
            <p:nvPr userDrawn="1"/>
          </p:nvSpPr>
          <p:spPr>
            <a:xfrm rot="10800000" flipV="1">
              <a:off x="6156960" y="6629398"/>
              <a:ext cx="5882641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CE00AE8F-9BC5-303A-B5BE-F6E3D68A70DA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68B13C1D-AACF-583A-EA5A-5752FF19CF3E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FAD73B-C205-4852-8C5D-F934643E98E3}"/>
              </a:ext>
            </a:extLst>
          </p:cNvPr>
          <p:cNvSpPr/>
          <p:nvPr/>
        </p:nvSpPr>
        <p:spPr>
          <a:xfrm>
            <a:off x="-1" y="1"/>
            <a:ext cx="12192001" cy="160106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01E4D-D5CF-47C0-B252-665D9D1B447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" y="1"/>
            <a:ext cx="1610138" cy="1611349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FBF4E-B1A9-4E09-8E8D-4CBF731A64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777" y="2139053"/>
            <a:ext cx="5683877" cy="843137"/>
          </a:xfrm>
        </p:spPr>
        <p:txBody>
          <a:bodyPr wrap="square" numCol="1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3pPr>
            <a:lvl4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/>
              <a:t>Education Example 1</a:t>
            </a:r>
          </a:p>
          <a:p>
            <a:pPr lvl="0"/>
            <a:r>
              <a:rPr lang="en-US"/>
              <a:t>Education Example 2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479CE6A-ADE9-4D90-95CA-EC2EF0CA6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119269"/>
            <a:ext cx="8517835" cy="788370"/>
          </a:xfrm>
        </p:spPr>
        <p:txBody>
          <a:bodyPr anchor="b">
            <a:noAutofit/>
          </a:bodyPr>
          <a:lstStyle>
            <a:lvl1pPr>
              <a:defRPr sz="36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0DF01B-78E6-4D4A-8E81-EBB1B2F47E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28802" y="943754"/>
            <a:ext cx="2832652" cy="447204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latin typeface="Aptos Narrow" panose="020B0004020202020204" pitchFamily="34" charset="0"/>
              </a:defRPr>
            </a:lvl1pPr>
            <a:lvl2pPr marL="457200" indent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490C81-7407-4199-8D6C-3A9C3C95B6C7}"/>
              </a:ext>
            </a:extLst>
          </p:cNvPr>
          <p:cNvCxnSpPr>
            <a:cxnSpLocks/>
          </p:cNvCxnSpPr>
          <p:nvPr/>
        </p:nvCxnSpPr>
        <p:spPr>
          <a:xfrm>
            <a:off x="6547915" y="2139053"/>
            <a:ext cx="0" cy="4313575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179D289-18FA-485A-A2D8-FA27C39F8628}"/>
              </a:ext>
            </a:extLst>
          </p:cNvPr>
          <p:cNvSpPr txBox="1"/>
          <p:nvPr/>
        </p:nvSpPr>
        <p:spPr>
          <a:xfrm>
            <a:off x="942967" y="1770086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EDUCATION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5BF4CDA-E21C-54CB-F134-CBC761F6CF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3778" y="3501635"/>
            <a:ext cx="5683876" cy="1491944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3" spcCol="182880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latin typeface="Aptos Narrow" panose="020B0004020202020204" pitchFamily="34" charset="0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latin typeface="Aptos Narrow" panose="020B0004020202020204" pitchFamily="34" charset="0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Example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r>
              <a:rPr lang="en-US"/>
              <a:t>Skill example 2</a:t>
            </a:r>
          </a:p>
          <a:p>
            <a:pPr lvl="0"/>
            <a:r>
              <a:rPr lang="en-US"/>
              <a:t>Skill example 3</a:t>
            </a:r>
          </a:p>
          <a:p>
            <a:pPr lvl="0"/>
            <a:r>
              <a:rPr lang="en-US"/>
              <a:t>Test long sentence for spacing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A13C70-F123-8E80-FFEE-91799DF8C122}"/>
              </a:ext>
            </a:extLst>
          </p:cNvPr>
          <p:cNvSpPr txBox="1"/>
          <p:nvPr userDrawn="1"/>
        </p:nvSpPr>
        <p:spPr>
          <a:xfrm>
            <a:off x="942967" y="3113164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 &amp; TOOLS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B7B2D6-43F3-1998-5AB9-9323C37F9B56}"/>
              </a:ext>
            </a:extLst>
          </p:cNvPr>
          <p:cNvSpPr txBox="1"/>
          <p:nvPr userDrawn="1"/>
        </p:nvSpPr>
        <p:spPr>
          <a:xfrm>
            <a:off x="942967" y="5191098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INDUSTRIES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80079782-3A6F-84E4-72B3-2CBF0BCF32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7784" y="2139053"/>
            <a:ext cx="4743927" cy="2010745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  <a:defRPr sz="1400">
                <a:latin typeface="Aptos Narrow" panose="020B0004020202020204" pitchFamily="34" charset="0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2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100">
                <a:latin typeface="Aptos Narrow" panose="020B0004020202020204" pitchFamily="34" charset="0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050">
                <a:latin typeface="Aptos Narrow" panose="020B0004020202020204" pitchFamily="34" charset="0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050"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71948-AED2-0F64-CFB6-D0BFFD3AF4F5}"/>
              </a:ext>
            </a:extLst>
          </p:cNvPr>
          <p:cNvSpPr txBox="1"/>
          <p:nvPr userDrawn="1"/>
        </p:nvSpPr>
        <p:spPr>
          <a:xfrm>
            <a:off x="6797784" y="1770086"/>
            <a:ext cx="3263895" cy="276999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BIO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F5370739-7F65-ADB3-C13F-BB38BF8BEE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97784" y="4610734"/>
            <a:ext cx="4743927" cy="1856494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  <a:defRPr sz="1400">
                <a:latin typeface="Aptos Narrow" panose="020B0004020202020204" pitchFamily="34" charset="0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2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100">
                <a:latin typeface="Aptos Narrow" panose="020B0004020202020204" pitchFamily="34" charset="0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050">
                <a:latin typeface="Aptos Narrow" panose="020B0004020202020204" pitchFamily="34" charset="0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050"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842644-DBA0-F6D6-16AF-B44584634ED0}"/>
              </a:ext>
            </a:extLst>
          </p:cNvPr>
          <p:cNvSpPr txBox="1"/>
          <p:nvPr userDrawn="1"/>
        </p:nvSpPr>
        <p:spPr>
          <a:xfrm>
            <a:off x="6797784" y="4241766"/>
            <a:ext cx="32638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RECENT EXPERIENCE</a:t>
            </a:r>
          </a:p>
        </p:txBody>
      </p:sp>
      <p:pic>
        <p:nvPicPr>
          <p:cNvPr id="34" name="Picture 33" descr="A logo with a circle and a letter&#10;&#10;Description automatically generated">
            <a:extLst>
              <a:ext uri="{FF2B5EF4-FFF2-40B4-BE49-F238E27FC236}">
                <a16:creationId xmlns:a16="http://schemas.microsoft.com/office/drawing/2014/main" id="{B40C6ED3-2272-485D-2764-B9F655B2F2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144" y="483103"/>
            <a:ext cx="1055100" cy="707744"/>
          </a:xfrm>
          <a:prstGeom prst="rect">
            <a:avLst/>
          </a:prstGeom>
        </p:spPr>
      </p:pic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5205A081-F813-1C93-3D22-55C01E7256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33138" y="938756"/>
            <a:ext cx="2832652" cy="457201"/>
          </a:xfr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0">
                <a:latin typeface="Aptos Narrow" panose="020B0004020202020204" pitchFamily="34" charset="0"/>
              </a:defRPr>
            </a:lvl1pPr>
            <a:lvl2pPr marL="45720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8538791F-2FE5-C04E-D8EA-7627A32DC8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37474" y="937804"/>
            <a:ext cx="2525715" cy="459104"/>
          </a:xfr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0">
                <a:latin typeface="Aptos Narrow" panose="020B0004020202020204" pitchFamily="34" charset="0"/>
              </a:defRPr>
            </a:lvl1pPr>
            <a:lvl2pPr marL="45720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22C103-9D72-6DF2-58C1-947C7AFE527B}"/>
              </a:ext>
            </a:extLst>
          </p:cNvPr>
          <p:cNvCxnSpPr>
            <a:cxnSpLocks/>
          </p:cNvCxnSpPr>
          <p:nvPr userDrawn="1"/>
        </p:nvCxnSpPr>
        <p:spPr>
          <a:xfrm>
            <a:off x="7751632" y="938756"/>
            <a:ext cx="0" cy="45720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1D0C075-D369-BA37-247E-2460D54B2F82}"/>
              </a:ext>
            </a:extLst>
          </p:cNvPr>
          <p:cNvCxnSpPr>
            <a:cxnSpLocks/>
          </p:cNvCxnSpPr>
          <p:nvPr userDrawn="1"/>
        </p:nvCxnSpPr>
        <p:spPr>
          <a:xfrm>
            <a:off x="4747296" y="938756"/>
            <a:ext cx="0" cy="45720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AC0DA847-B9C7-9599-1F31-38EE8A3CF6B9}"/>
              </a:ext>
            </a:extLst>
          </p:cNvPr>
          <p:cNvSpPr/>
          <p:nvPr userDrawn="1"/>
        </p:nvSpPr>
        <p:spPr>
          <a:xfrm>
            <a:off x="533106" y="3106648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0D4110A-6F9A-D5CA-8349-7E99D863C676}"/>
              </a:ext>
            </a:extLst>
          </p:cNvPr>
          <p:cNvSpPr/>
          <p:nvPr userDrawn="1"/>
        </p:nvSpPr>
        <p:spPr>
          <a:xfrm>
            <a:off x="533106" y="5201401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7B1CBD8-60DF-C5B6-99B6-75587B938E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1218" y="5244526"/>
            <a:ext cx="151738" cy="1804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760CA9-C3C8-05B5-C289-009B4BE066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228" y="1848905"/>
            <a:ext cx="178451" cy="148033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CB010E1-439D-9321-19B5-3D46D30238DB}"/>
              </a:ext>
            </a:extLst>
          </p:cNvPr>
          <p:cNvSpPr/>
          <p:nvPr userDrawn="1"/>
        </p:nvSpPr>
        <p:spPr>
          <a:xfrm>
            <a:off x="533106" y="1772672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EB11273-DB66-E684-747E-BE91621BB8D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4055" y="3182997"/>
            <a:ext cx="169534" cy="137332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01572C-C9A0-B74E-98D1-884CFABCC1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3778" y="5577727"/>
            <a:ext cx="5683876" cy="889500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numCol="3" spcCol="182880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latin typeface="Aptos Narrow" panose="020B0004020202020204" pitchFamily="34" charset="0"/>
              </a:defRPr>
            </a:lvl1pPr>
            <a:lvl2pPr marL="403225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2pPr>
            <a:lvl3pPr marL="6286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test 1</a:t>
            </a:r>
          </a:p>
          <a:p>
            <a:pPr lvl="0"/>
            <a:r>
              <a:rPr lang="en-US"/>
              <a:t>Skill test 2</a:t>
            </a:r>
          </a:p>
          <a:p>
            <a:pPr lvl="0"/>
            <a:r>
              <a:rPr lang="en-US"/>
              <a:t>Skill test 3</a:t>
            </a:r>
          </a:p>
          <a:p>
            <a:pPr lvl="0"/>
            <a:r>
              <a:rPr lang="en-US"/>
              <a:t>Skill test 4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5437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wo Team Member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BCFAD73B-C205-4852-8C5D-F934643E98E3}"/>
              </a:ext>
            </a:extLst>
          </p:cNvPr>
          <p:cNvSpPr/>
          <p:nvPr/>
        </p:nvSpPr>
        <p:spPr>
          <a:xfrm>
            <a:off x="-1" y="1"/>
            <a:ext cx="12192001" cy="17330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01E4D-D5CF-47C0-B252-665D9D1B447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7713" y="249578"/>
            <a:ext cx="1472425" cy="1473532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FBF4E-B1A9-4E09-8E8D-4CBF731A64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422" y="2194032"/>
            <a:ext cx="5029200" cy="694028"/>
          </a:xfrm>
        </p:spPr>
        <p:txBody>
          <a:bodyPr wrap="square" numCol="2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3pPr>
            <a:lvl4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/>
              <a:t>Education Example 1</a:t>
            </a:r>
          </a:p>
          <a:p>
            <a:pPr lvl="0"/>
            <a:r>
              <a:rPr lang="en-US"/>
              <a:t>Education Example 2</a:t>
            </a:r>
          </a:p>
          <a:p>
            <a:pPr lvl="0"/>
            <a:r>
              <a:rPr lang="en-US"/>
              <a:t>Education Example 3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479CE6A-ADE9-4D90-95CA-EC2EF0CA69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1" y="231029"/>
            <a:ext cx="3291840" cy="788370"/>
          </a:xfrm>
        </p:spPr>
        <p:txBody>
          <a:bodyPr anchor="b">
            <a:noAutofit/>
          </a:bodyPr>
          <a:lstStyle>
            <a:lvl1pPr>
              <a:defRPr sz="2400" b="1">
                <a:latin typeface="+mj-lt"/>
              </a:defRPr>
            </a:lvl1pPr>
          </a:lstStyle>
          <a:p>
            <a:r>
              <a:rPr lang="en-US"/>
              <a:t>First Name Last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0DF01B-78E6-4D4A-8E81-EBB1B2F47E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1" y="1055514"/>
            <a:ext cx="3291840" cy="596242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latin typeface="Aptos Narrow" panose="020B0004020202020204" pitchFamily="34" charset="0"/>
              </a:defRPr>
            </a:lvl1pPr>
            <a:lvl2pPr marL="457200" indent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Position</a:t>
            </a:r>
          </a:p>
          <a:p>
            <a:pPr lvl="0"/>
            <a:r>
              <a:rPr lang="en-US"/>
              <a:t>Years Experience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490C81-7407-4199-8D6C-3A9C3C95B6C7}"/>
              </a:ext>
            </a:extLst>
          </p:cNvPr>
          <p:cNvCxnSpPr>
            <a:cxnSpLocks/>
          </p:cNvCxnSpPr>
          <p:nvPr/>
        </p:nvCxnSpPr>
        <p:spPr>
          <a:xfrm>
            <a:off x="5894678" y="2194032"/>
            <a:ext cx="0" cy="4339287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179D289-18FA-485A-A2D8-FA27C39F8628}"/>
              </a:ext>
            </a:extLst>
          </p:cNvPr>
          <p:cNvSpPr txBox="1"/>
          <p:nvPr/>
        </p:nvSpPr>
        <p:spPr>
          <a:xfrm>
            <a:off x="911612" y="1825065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EDUCATION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5BF4CDA-E21C-54CB-F134-CBC761F6CF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750" y="3485739"/>
            <a:ext cx="5029200" cy="1317641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Example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r>
              <a:rPr lang="en-US"/>
              <a:t>Skill example 2</a:t>
            </a:r>
          </a:p>
          <a:p>
            <a:pPr lvl="0"/>
            <a:r>
              <a:rPr lang="en-US"/>
              <a:t>Skill example 3</a:t>
            </a:r>
          </a:p>
          <a:p>
            <a:pPr lvl="0"/>
            <a:r>
              <a:rPr lang="en-US"/>
              <a:t>Test long sentence for spacing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A13C70-F123-8E80-FFEE-91799DF8C122}"/>
              </a:ext>
            </a:extLst>
          </p:cNvPr>
          <p:cNvSpPr txBox="1"/>
          <p:nvPr userDrawn="1"/>
        </p:nvSpPr>
        <p:spPr>
          <a:xfrm>
            <a:off x="900940" y="3097268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 &amp; TOOLS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B7B2D6-43F3-1998-5AB9-9323C37F9B56}"/>
              </a:ext>
            </a:extLst>
          </p:cNvPr>
          <p:cNvSpPr txBox="1"/>
          <p:nvPr userDrawn="1"/>
        </p:nvSpPr>
        <p:spPr>
          <a:xfrm>
            <a:off x="900940" y="4944334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INDUSTRIES</a:t>
            </a:r>
          </a:p>
        </p:txBody>
      </p:sp>
      <p:pic>
        <p:nvPicPr>
          <p:cNvPr id="34" name="Picture 33" descr="A logo with a circle and a letter&#10;&#10;Description automatically generated">
            <a:extLst>
              <a:ext uri="{FF2B5EF4-FFF2-40B4-BE49-F238E27FC236}">
                <a16:creationId xmlns:a16="http://schemas.microsoft.com/office/drawing/2014/main" id="{B40C6ED3-2272-485D-2764-B9F655B2F2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817" y="486812"/>
            <a:ext cx="1055100" cy="707744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22C103-9D72-6DF2-58C1-947C7AFE527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30950" y="280058"/>
            <a:ext cx="0" cy="1268761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AC0DA847-B9C7-9599-1F31-38EE8A3CF6B9}"/>
              </a:ext>
            </a:extLst>
          </p:cNvPr>
          <p:cNvSpPr/>
          <p:nvPr userDrawn="1"/>
        </p:nvSpPr>
        <p:spPr>
          <a:xfrm>
            <a:off x="491079" y="3090752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0D4110A-6F9A-D5CA-8349-7E99D863C676}"/>
              </a:ext>
            </a:extLst>
          </p:cNvPr>
          <p:cNvSpPr/>
          <p:nvPr userDrawn="1"/>
        </p:nvSpPr>
        <p:spPr>
          <a:xfrm>
            <a:off x="491079" y="4954637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7B1CBD8-60DF-C5B6-99B6-75587B938E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9191" y="4997762"/>
            <a:ext cx="151738" cy="1804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760CA9-C3C8-05B5-C289-009B4BE066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5873" y="1903884"/>
            <a:ext cx="178451" cy="148033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CB010E1-439D-9321-19B5-3D46D30238DB}"/>
              </a:ext>
            </a:extLst>
          </p:cNvPr>
          <p:cNvSpPr/>
          <p:nvPr userDrawn="1"/>
        </p:nvSpPr>
        <p:spPr>
          <a:xfrm>
            <a:off x="501751" y="1827651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EB11273-DB66-E684-747E-BE91621BB8D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52028" y="3167101"/>
            <a:ext cx="169534" cy="137332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01572C-C9A0-B74E-98D1-884CFABCC1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1751" y="5330963"/>
            <a:ext cx="5029200" cy="1069606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403225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2pPr>
            <a:lvl3pPr marL="6286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Skill test 1</a:t>
            </a:r>
          </a:p>
          <a:p>
            <a:pPr lvl="0"/>
            <a:r>
              <a:rPr lang="en-US" dirty="0"/>
              <a:t>Skill test 2</a:t>
            </a:r>
          </a:p>
          <a:p>
            <a:pPr lvl="0"/>
            <a:r>
              <a:rPr lang="en-US" dirty="0"/>
              <a:t>Skill test 3</a:t>
            </a:r>
          </a:p>
          <a:p>
            <a:pPr lvl="0"/>
            <a:r>
              <a:rPr lang="en-US" dirty="0"/>
              <a:t>Skill test 4</a:t>
            </a:r>
          </a:p>
          <a:p>
            <a:pPr lvl="0"/>
            <a:r>
              <a:rPr lang="en-US" dirty="0"/>
              <a:t>Skill test 5</a:t>
            </a:r>
          </a:p>
          <a:p>
            <a:pPr lvl="0"/>
            <a:r>
              <a:rPr lang="en-US" dirty="0"/>
              <a:t>Skill Test 6</a:t>
            </a:r>
          </a:p>
          <a:p>
            <a:pPr lvl="0"/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B0D599D-B531-5093-3382-6B7FDF667E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5172" y="2179502"/>
            <a:ext cx="5029200" cy="694028"/>
          </a:xfrm>
        </p:spPr>
        <p:txBody>
          <a:bodyPr wrap="square" numCol="2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3pPr>
            <a:lvl4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/>
              <a:t>Education Example 1</a:t>
            </a:r>
          </a:p>
          <a:p>
            <a:pPr lvl="0"/>
            <a:r>
              <a:rPr lang="en-US"/>
              <a:t>Education Example 2</a:t>
            </a:r>
          </a:p>
          <a:p>
            <a:pPr lvl="0"/>
            <a:r>
              <a:rPr lang="en-US"/>
              <a:t>Education Example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1E0F6-9D08-F1F8-BCB3-805E89DC4AEC}"/>
              </a:ext>
            </a:extLst>
          </p:cNvPr>
          <p:cNvSpPr txBox="1"/>
          <p:nvPr userDrawn="1"/>
        </p:nvSpPr>
        <p:spPr>
          <a:xfrm>
            <a:off x="6654362" y="1810535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EDUCATION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A727980-DB57-CB25-ACD1-80ED44499E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4500" y="3471209"/>
            <a:ext cx="5029200" cy="1317641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Example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r>
              <a:rPr lang="en-US"/>
              <a:t>Skill example 2</a:t>
            </a:r>
          </a:p>
          <a:p>
            <a:pPr lvl="0"/>
            <a:r>
              <a:rPr lang="en-US"/>
              <a:t>Skill example 3</a:t>
            </a:r>
          </a:p>
          <a:p>
            <a:pPr lvl="0"/>
            <a:r>
              <a:rPr lang="en-US"/>
              <a:t>Test long sentence for spacing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C61CFE-FA8B-9F12-E502-452341CD4C4C}"/>
              </a:ext>
            </a:extLst>
          </p:cNvPr>
          <p:cNvSpPr txBox="1"/>
          <p:nvPr userDrawn="1"/>
        </p:nvSpPr>
        <p:spPr>
          <a:xfrm>
            <a:off x="6643690" y="3082738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 &amp; TOOLS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BB069E-01A4-4523-AAFD-612CCA2FDE44}"/>
              </a:ext>
            </a:extLst>
          </p:cNvPr>
          <p:cNvSpPr txBox="1"/>
          <p:nvPr userDrawn="1"/>
        </p:nvSpPr>
        <p:spPr>
          <a:xfrm>
            <a:off x="6643690" y="4929804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INDUSTRIES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4205AB-34D4-43C0-1452-E75D1F886485}"/>
              </a:ext>
            </a:extLst>
          </p:cNvPr>
          <p:cNvSpPr/>
          <p:nvPr userDrawn="1"/>
        </p:nvSpPr>
        <p:spPr>
          <a:xfrm>
            <a:off x="6233829" y="3076222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54630B-A793-92D9-0FAF-C5A972790AE1}"/>
              </a:ext>
            </a:extLst>
          </p:cNvPr>
          <p:cNvSpPr/>
          <p:nvPr userDrawn="1"/>
        </p:nvSpPr>
        <p:spPr>
          <a:xfrm>
            <a:off x="6233829" y="4940107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43C888-A243-FCFC-81B6-BD47C01A10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01941" y="4983232"/>
            <a:ext cx="151738" cy="1804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B64490-7258-AA14-252B-CE650A7DB6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88623" y="1889354"/>
            <a:ext cx="178451" cy="148033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A4B2F7E9-D93E-E231-474B-5CD5A1F1D700}"/>
              </a:ext>
            </a:extLst>
          </p:cNvPr>
          <p:cNvSpPr/>
          <p:nvPr userDrawn="1"/>
        </p:nvSpPr>
        <p:spPr>
          <a:xfrm>
            <a:off x="6244501" y="1813121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DB0251-75E9-9D6A-FCF9-34D0AD14499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94778" y="3152571"/>
            <a:ext cx="169534" cy="137332"/>
          </a:xfrm>
          <a:prstGeom prst="rect">
            <a:avLst/>
          </a:prstGeom>
        </p:spPr>
      </p:pic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C58C0931-6859-6626-4089-01DB19B5B8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4501" y="5316433"/>
            <a:ext cx="5029200" cy="1084136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403225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2pPr>
            <a:lvl3pPr marL="6286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Skill test 1</a:t>
            </a:r>
          </a:p>
          <a:p>
            <a:pPr lvl="0"/>
            <a:r>
              <a:rPr lang="en-US" dirty="0"/>
              <a:t>Skill test 2</a:t>
            </a:r>
          </a:p>
          <a:p>
            <a:pPr lvl="0"/>
            <a:r>
              <a:rPr lang="en-US" dirty="0"/>
              <a:t>Skill test 3</a:t>
            </a:r>
          </a:p>
          <a:p>
            <a:pPr lvl="0"/>
            <a:r>
              <a:rPr lang="en-US" dirty="0"/>
              <a:t>Skill test 4</a:t>
            </a:r>
          </a:p>
          <a:p>
            <a:pPr lvl="0"/>
            <a:r>
              <a:rPr lang="en-US" dirty="0"/>
              <a:t>Skill test 5</a:t>
            </a:r>
          </a:p>
          <a:p>
            <a:pPr lvl="0"/>
            <a:r>
              <a:rPr lang="en-US" dirty="0"/>
              <a:t>Skill Test 6</a:t>
            </a:r>
          </a:p>
          <a:p>
            <a:pPr lvl="0"/>
            <a:endParaRPr lang="en-US" dirty="0"/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C21A810F-161E-0670-F332-AE7CADF5E28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894677" y="227921"/>
            <a:ext cx="1472425" cy="1473532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9">
            <a:extLst>
              <a:ext uri="{FF2B5EF4-FFF2-40B4-BE49-F238E27FC236}">
                <a16:creationId xmlns:a16="http://schemas.microsoft.com/office/drawing/2014/main" id="{809E0EE0-6F9F-311A-DAFF-467DA95D30A6}"/>
              </a:ext>
            </a:extLst>
          </p:cNvPr>
          <p:cNvSpPr txBox="1">
            <a:spLocks/>
          </p:cNvSpPr>
          <p:nvPr userDrawn="1"/>
        </p:nvSpPr>
        <p:spPr>
          <a:xfrm>
            <a:off x="7585765" y="209372"/>
            <a:ext cx="3291840" cy="7883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/>
              <a:t>Two-Line First Name Last Name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B073C4A-3CBF-9BE3-9228-9D10DFEA98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5765" y="1033857"/>
            <a:ext cx="3291840" cy="596242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latin typeface="Aptos Narrow" panose="020B0004020202020204" pitchFamily="34" charset="0"/>
              </a:defRPr>
            </a:lvl1pPr>
            <a:lvl2pPr marL="457200" indent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Position</a:t>
            </a:r>
          </a:p>
          <a:p>
            <a:pPr lvl="0"/>
            <a:r>
              <a:rPr lang="en-US"/>
              <a:t>Years Experience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73996E-AC2B-A34C-B324-B759211AC68D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>
            <a:outerShdw blurRad="165100" dist="12700" dir="16200000" rotWithShape="0">
              <a:prstClr val="black">
                <a:alpha val="35000"/>
              </a:prstClr>
            </a:outerShdw>
          </a:effectLst>
        </p:grpSpPr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D25A04D0-B39E-2E15-250A-7E4C11749A43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644639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6">
              <a:extLst>
                <a:ext uri="{FF2B5EF4-FFF2-40B4-BE49-F238E27FC236}">
                  <a16:creationId xmlns:a16="http://schemas.microsoft.com/office/drawing/2014/main" id="{3FCCCA34-FF88-7238-08B5-B7D6F06C2F63}"/>
                </a:ext>
              </a:extLst>
            </p:cNvPr>
            <p:cNvSpPr/>
            <p:nvPr userDrawn="1"/>
          </p:nvSpPr>
          <p:spPr>
            <a:xfrm rot="10800000" flipV="1">
              <a:off x="6156960" y="6629398"/>
              <a:ext cx="5882641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65D21221-9057-70A8-44C2-15A58D98E0DF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5" name="Footer Placeholder 5">
            <a:extLst>
              <a:ext uri="{FF2B5EF4-FFF2-40B4-BE49-F238E27FC236}">
                <a16:creationId xmlns:a16="http://schemas.microsoft.com/office/drawing/2014/main" id="{426DA035-8C61-9A36-C7E4-7F60B13F54E3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4283946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hree Team Member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BCFAD73B-C205-4852-8C5D-F934643E98E3}"/>
              </a:ext>
            </a:extLst>
          </p:cNvPr>
          <p:cNvSpPr/>
          <p:nvPr/>
        </p:nvSpPr>
        <p:spPr>
          <a:xfrm>
            <a:off x="20319" y="1"/>
            <a:ext cx="12192001" cy="17330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01E4D-D5CF-47C0-B252-665D9D1B447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63926" y="328388"/>
            <a:ext cx="1167030" cy="1167908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FBF4E-B1A9-4E09-8E8D-4CBF731A64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990" y="2194032"/>
            <a:ext cx="3877208" cy="694028"/>
          </a:xfrm>
        </p:spPr>
        <p:txBody>
          <a:bodyPr wrap="square" numCol="2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3pPr>
            <a:lvl4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/>
              <a:t>Education Example 1</a:t>
            </a:r>
          </a:p>
          <a:p>
            <a:pPr lvl="0"/>
            <a:r>
              <a:rPr lang="en-US"/>
              <a:t>Education Example 2</a:t>
            </a:r>
          </a:p>
          <a:p>
            <a:pPr lvl="0"/>
            <a:r>
              <a:rPr lang="en-US"/>
              <a:t>Education Example 3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479CE6A-ADE9-4D90-95CA-EC2EF0CA69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6088" y="75568"/>
            <a:ext cx="2560320" cy="788370"/>
          </a:xfrm>
        </p:spPr>
        <p:txBody>
          <a:bodyPr anchor="b"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r>
              <a:rPr lang="en-US"/>
              <a:t>First Name Last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0DF01B-78E6-4D4A-8E81-EBB1B2F47E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46088" y="900053"/>
            <a:ext cx="2560320" cy="596242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>
                <a:latin typeface="Aptos Narrow" panose="020B0004020202020204" pitchFamily="34" charset="0"/>
              </a:defRPr>
            </a:lvl1pPr>
            <a:lvl2pPr marL="457200" indent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Position</a:t>
            </a:r>
          </a:p>
          <a:p>
            <a:pPr lvl="0"/>
            <a:r>
              <a:rPr lang="en-US"/>
              <a:t>Years Experience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490C81-7407-4199-8D6C-3A9C3C95B6C7}"/>
              </a:ext>
            </a:extLst>
          </p:cNvPr>
          <p:cNvCxnSpPr>
            <a:cxnSpLocks/>
          </p:cNvCxnSpPr>
          <p:nvPr/>
        </p:nvCxnSpPr>
        <p:spPr>
          <a:xfrm>
            <a:off x="4096358" y="1838431"/>
            <a:ext cx="0" cy="4846320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179D289-18FA-485A-A2D8-FA27C39F8628}"/>
              </a:ext>
            </a:extLst>
          </p:cNvPr>
          <p:cNvSpPr txBox="1"/>
          <p:nvPr/>
        </p:nvSpPr>
        <p:spPr>
          <a:xfrm>
            <a:off x="545852" y="1825065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EDUCATION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5BF4CDA-E21C-54CB-F134-CBC761F6CF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5990" y="3485739"/>
            <a:ext cx="3877208" cy="1317641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Example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r>
              <a:rPr lang="en-US"/>
              <a:t>Skill example 2</a:t>
            </a:r>
          </a:p>
          <a:p>
            <a:pPr lvl="0"/>
            <a:r>
              <a:rPr lang="en-US"/>
              <a:t>Skill example 3</a:t>
            </a:r>
          </a:p>
          <a:p>
            <a:pPr lvl="0"/>
            <a:r>
              <a:rPr lang="en-US"/>
              <a:t>Test long sentence for spacing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A13C70-F123-8E80-FFEE-91799DF8C122}"/>
              </a:ext>
            </a:extLst>
          </p:cNvPr>
          <p:cNvSpPr txBox="1"/>
          <p:nvPr userDrawn="1"/>
        </p:nvSpPr>
        <p:spPr>
          <a:xfrm>
            <a:off x="535180" y="3097268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 &amp; TOOLS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B7B2D6-43F3-1998-5AB9-9323C37F9B56}"/>
              </a:ext>
            </a:extLst>
          </p:cNvPr>
          <p:cNvSpPr txBox="1"/>
          <p:nvPr userDrawn="1"/>
        </p:nvSpPr>
        <p:spPr>
          <a:xfrm>
            <a:off x="535180" y="4944334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INDUSTRIES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22C103-9D72-6DF2-58C1-947C7AFE527B}"/>
              </a:ext>
            </a:extLst>
          </p:cNvPr>
          <p:cNvCxnSpPr>
            <a:cxnSpLocks/>
          </p:cNvCxnSpPr>
          <p:nvPr userDrawn="1"/>
        </p:nvCxnSpPr>
        <p:spPr>
          <a:xfrm>
            <a:off x="4096358" y="603602"/>
            <a:ext cx="0" cy="91440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AC0DA847-B9C7-9599-1F31-38EE8A3CF6B9}"/>
              </a:ext>
            </a:extLst>
          </p:cNvPr>
          <p:cNvSpPr/>
          <p:nvPr userDrawn="1"/>
        </p:nvSpPr>
        <p:spPr>
          <a:xfrm>
            <a:off x="125319" y="3090752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0D4110A-6F9A-D5CA-8349-7E99D863C676}"/>
              </a:ext>
            </a:extLst>
          </p:cNvPr>
          <p:cNvSpPr/>
          <p:nvPr userDrawn="1"/>
        </p:nvSpPr>
        <p:spPr>
          <a:xfrm>
            <a:off x="125319" y="4954637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7B1CBD8-60DF-C5B6-99B6-75587B938E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3431" y="4997762"/>
            <a:ext cx="151738" cy="1804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760CA9-C3C8-05B5-C289-009B4BE066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0113" y="1903884"/>
            <a:ext cx="178451" cy="148033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CB010E1-439D-9321-19B5-3D46D30238DB}"/>
              </a:ext>
            </a:extLst>
          </p:cNvPr>
          <p:cNvSpPr/>
          <p:nvPr userDrawn="1"/>
        </p:nvSpPr>
        <p:spPr>
          <a:xfrm>
            <a:off x="135991" y="1827651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EB11273-DB66-E684-747E-BE91621BB8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6268" y="3167101"/>
            <a:ext cx="169534" cy="137332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01572C-C9A0-B74E-98D1-884CFABCC1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5990" y="5330963"/>
            <a:ext cx="3877208" cy="106163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403225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2pPr>
            <a:lvl3pPr marL="6286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test 1</a:t>
            </a:r>
          </a:p>
          <a:p>
            <a:pPr lvl="0"/>
            <a:r>
              <a:rPr lang="en-US"/>
              <a:t>Skill test 2</a:t>
            </a:r>
          </a:p>
          <a:p>
            <a:pPr lvl="0"/>
            <a:r>
              <a:rPr lang="en-US"/>
              <a:t>Skill test 3</a:t>
            </a:r>
          </a:p>
          <a:p>
            <a:pPr lvl="0"/>
            <a:r>
              <a:rPr lang="en-US"/>
              <a:t>Skill test 4</a:t>
            </a:r>
          </a:p>
          <a:p>
            <a:pPr lvl="0"/>
            <a:r>
              <a:rPr lang="en-US"/>
              <a:t>Skill test 5</a:t>
            </a:r>
          </a:p>
          <a:p>
            <a:pPr lvl="0"/>
            <a:r>
              <a:rPr lang="en-US"/>
              <a:t>Skill Test 6</a:t>
            </a:r>
          </a:p>
          <a:p>
            <a:pPr lvl="0"/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66BDDF-8A39-18D9-C7E9-91A8B31733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70652" y="2194032"/>
            <a:ext cx="3877208" cy="694028"/>
          </a:xfrm>
        </p:spPr>
        <p:txBody>
          <a:bodyPr wrap="square" numCol="2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3pPr>
            <a:lvl4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/>
              <a:t>Education Example 1</a:t>
            </a:r>
          </a:p>
          <a:p>
            <a:pPr lvl="0"/>
            <a:r>
              <a:rPr lang="en-US"/>
              <a:t>Education Example 2</a:t>
            </a:r>
          </a:p>
          <a:p>
            <a:pPr lvl="0"/>
            <a:r>
              <a:rPr lang="en-US"/>
              <a:t>Education Example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FF4AC-23FC-3FF5-4215-BA3175EAC349}"/>
              </a:ext>
            </a:extLst>
          </p:cNvPr>
          <p:cNvSpPr txBox="1"/>
          <p:nvPr userDrawn="1"/>
        </p:nvSpPr>
        <p:spPr>
          <a:xfrm>
            <a:off x="4580514" y="1825065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EDUCATION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5308ECD-1B24-93F9-3C82-37DC60A086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70652" y="3485739"/>
            <a:ext cx="3877208" cy="1317641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Example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r>
              <a:rPr lang="en-US"/>
              <a:t>Skill example 2</a:t>
            </a:r>
          </a:p>
          <a:p>
            <a:pPr lvl="0"/>
            <a:r>
              <a:rPr lang="en-US"/>
              <a:t>Skill example 3</a:t>
            </a:r>
          </a:p>
          <a:p>
            <a:pPr lvl="0"/>
            <a:r>
              <a:rPr lang="en-US"/>
              <a:t>Test long sentence for spacing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AF0611-D21C-5679-04DB-7AA31FE9DBD1}"/>
              </a:ext>
            </a:extLst>
          </p:cNvPr>
          <p:cNvSpPr txBox="1"/>
          <p:nvPr userDrawn="1"/>
        </p:nvSpPr>
        <p:spPr>
          <a:xfrm>
            <a:off x="4569842" y="3097268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 &amp; TOOLS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AE57F3-ACEE-C3CC-DBA1-244E87C6183C}"/>
              </a:ext>
            </a:extLst>
          </p:cNvPr>
          <p:cNvSpPr txBox="1"/>
          <p:nvPr userDrawn="1"/>
        </p:nvSpPr>
        <p:spPr>
          <a:xfrm>
            <a:off x="4569842" y="4944334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INDUSTRIES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F963603-A65A-258C-3039-1519946CE80D}"/>
              </a:ext>
            </a:extLst>
          </p:cNvPr>
          <p:cNvSpPr/>
          <p:nvPr userDrawn="1"/>
        </p:nvSpPr>
        <p:spPr>
          <a:xfrm>
            <a:off x="4159981" y="3090752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E7C0AB3-F862-651B-6E92-C336B50878B4}"/>
              </a:ext>
            </a:extLst>
          </p:cNvPr>
          <p:cNvSpPr/>
          <p:nvPr userDrawn="1"/>
        </p:nvSpPr>
        <p:spPr>
          <a:xfrm>
            <a:off x="4159981" y="4954637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24DEE54-3E2E-8A65-070B-C401C4D0EE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8093" y="4997762"/>
            <a:ext cx="151738" cy="18044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DEE564-8827-866A-73B4-5EE2178DB3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4775" y="1903884"/>
            <a:ext cx="178451" cy="148033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51571DA4-27BD-F70E-A40B-4A6830DEB3CD}"/>
              </a:ext>
            </a:extLst>
          </p:cNvPr>
          <p:cNvSpPr/>
          <p:nvPr userDrawn="1"/>
        </p:nvSpPr>
        <p:spPr>
          <a:xfrm>
            <a:off x="4170653" y="1827651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4F43063-2EE0-3086-7165-7943E758F1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930" y="3167101"/>
            <a:ext cx="169534" cy="137332"/>
          </a:xfrm>
          <a:prstGeom prst="rect">
            <a:avLst/>
          </a:prstGeom>
        </p:spPr>
      </p:pic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F5167555-303B-0C26-6754-BCDBC300D2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70652" y="5330963"/>
            <a:ext cx="3877208" cy="106163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403225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2pPr>
            <a:lvl3pPr marL="6286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test 1</a:t>
            </a:r>
          </a:p>
          <a:p>
            <a:pPr lvl="0"/>
            <a:r>
              <a:rPr lang="en-US"/>
              <a:t>Skill test 2</a:t>
            </a:r>
          </a:p>
          <a:p>
            <a:pPr lvl="0"/>
            <a:r>
              <a:rPr lang="en-US"/>
              <a:t>Skill test 3</a:t>
            </a:r>
          </a:p>
          <a:p>
            <a:pPr lvl="0"/>
            <a:r>
              <a:rPr lang="en-US"/>
              <a:t>Skill test 4</a:t>
            </a:r>
          </a:p>
          <a:p>
            <a:pPr lvl="0"/>
            <a:r>
              <a:rPr lang="en-US"/>
              <a:t>Skill test 5</a:t>
            </a:r>
          </a:p>
          <a:p>
            <a:pPr lvl="0"/>
            <a:r>
              <a:rPr lang="en-US"/>
              <a:t>Skill Test 6</a:t>
            </a:r>
          </a:p>
          <a:p>
            <a:pPr lvl="0"/>
            <a:endParaRPr lang="en-US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D9AC488-715F-B911-8C2B-9A90002A82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06008" y="2184911"/>
            <a:ext cx="3877208" cy="694028"/>
          </a:xfrm>
        </p:spPr>
        <p:txBody>
          <a:bodyPr wrap="square" numCol="2"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3pPr>
            <a:lvl4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/>
              <a:t>Education Example 1</a:t>
            </a:r>
          </a:p>
          <a:p>
            <a:pPr lvl="0"/>
            <a:r>
              <a:rPr lang="en-US"/>
              <a:t>Education Example 2</a:t>
            </a:r>
          </a:p>
          <a:p>
            <a:pPr lvl="0"/>
            <a:r>
              <a:rPr lang="en-US"/>
              <a:t>Education Example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B07D42-AF79-2AEA-2804-8B5CAD42A2F2}"/>
              </a:ext>
            </a:extLst>
          </p:cNvPr>
          <p:cNvSpPr txBox="1"/>
          <p:nvPr userDrawn="1"/>
        </p:nvSpPr>
        <p:spPr>
          <a:xfrm>
            <a:off x="8615870" y="1815944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EDUCATION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887657AF-A5A0-96C9-F1B0-65F6691172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008" y="3476618"/>
            <a:ext cx="3877208" cy="1317641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231775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2pPr>
            <a:lvl3pPr marL="45720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Example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r>
              <a:rPr lang="en-US"/>
              <a:t>Skill example 2</a:t>
            </a:r>
          </a:p>
          <a:p>
            <a:pPr lvl="0"/>
            <a:r>
              <a:rPr lang="en-US"/>
              <a:t>Skill example 3</a:t>
            </a:r>
          </a:p>
          <a:p>
            <a:pPr lvl="0"/>
            <a:r>
              <a:rPr lang="en-US"/>
              <a:t>Test long sentence for spacing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  <a:p>
            <a:pPr lvl="0"/>
            <a:r>
              <a:rPr lang="en-US"/>
              <a:t>Test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4408E2-FF82-DC56-B4BD-C1514D527B68}"/>
              </a:ext>
            </a:extLst>
          </p:cNvPr>
          <p:cNvSpPr txBox="1"/>
          <p:nvPr userDrawn="1"/>
        </p:nvSpPr>
        <p:spPr>
          <a:xfrm>
            <a:off x="8605198" y="3088147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 &amp; TOOLS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DD3CEE-2A8C-37BC-9806-DB7F786D6BBB}"/>
              </a:ext>
            </a:extLst>
          </p:cNvPr>
          <p:cNvSpPr txBox="1"/>
          <p:nvPr userDrawn="1"/>
        </p:nvSpPr>
        <p:spPr>
          <a:xfrm>
            <a:off x="8605198" y="4935213"/>
            <a:ext cx="24221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18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INDUSTRIES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5BE37BA-C840-C36E-CF29-CB33E8B53DB2}"/>
              </a:ext>
            </a:extLst>
          </p:cNvPr>
          <p:cNvSpPr/>
          <p:nvPr userDrawn="1"/>
        </p:nvSpPr>
        <p:spPr>
          <a:xfrm>
            <a:off x="8195337" y="3081631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B35DB29-26F6-7AF1-30D9-D009C17656A3}"/>
              </a:ext>
            </a:extLst>
          </p:cNvPr>
          <p:cNvSpPr/>
          <p:nvPr userDrawn="1"/>
        </p:nvSpPr>
        <p:spPr>
          <a:xfrm>
            <a:off x="8195337" y="4945516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643834D-AC5E-5C8F-FBC5-0DC2C2DCF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3449" y="4988641"/>
            <a:ext cx="151738" cy="18044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EC9148D-D92C-5789-82A9-70E0F28CC7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50131" y="1894763"/>
            <a:ext cx="178451" cy="148033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D1C6C8BA-031D-49AA-40A3-A45452B251EE}"/>
              </a:ext>
            </a:extLst>
          </p:cNvPr>
          <p:cNvSpPr/>
          <p:nvPr userDrawn="1"/>
        </p:nvSpPr>
        <p:spPr>
          <a:xfrm>
            <a:off x="8206009" y="1818530"/>
            <a:ext cx="266696" cy="26669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8BA0E14-2940-79DD-28B7-9E1A523929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6286" y="3157980"/>
            <a:ext cx="169534" cy="137332"/>
          </a:xfrm>
          <a:prstGeom prst="rect">
            <a:avLst/>
          </a:prstGeom>
        </p:spPr>
      </p:pic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EE302C4C-B0CE-407E-6DC6-26FE2F3F5B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6008" y="5321842"/>
            <a:ext cx="3877208" cy="1061633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numCol="3" spcCol="18288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100">
                <a:latin typeface="Aptos Narrow" panose="020B0004020202020204" pitchFamily="34" charset="0"/>
              </a:defRPr>
            </a:lvl1pPr>
            <a:lvl2pPr marL="403225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2pPr>
            <a:lvl3pPr marL="6286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 marL="688975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4pPr>
            <a:lvl5pPr marL="914400" indent="0">
              <a:spcAft>
                <a:spcPts val="0"/>
              </a:spcAft>
              <a:buFont typeface="Arial" panose="020B0604020202020204" pitchFamily="34" charset="0"/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Skill test 1</a:t>
            </a:r>
          </a:p>
          <a:p>
            <a:pPr lvl="0"/>
            <a:r>
              <a:rPr lang="en-US"/>
              <a:t>Skill test 2</a:t>
            </a:r>
          </a:p>
          <a:p>
            <a:pPr lvl="0"/>
            <a:r>
              <a:rPr lang="en-US"/>
              <a:t>Skill test 3</a:t>
            </a:r>
          </a:p>
          <a:p>
            <a:pPr lvl="0"/>
            <a:r>
              <a:rPr lang="en-US"/>
              <a:t>Skill test 4</a:t>
            </a:r>
          </a:p>
          <a:p>
            <a:pPr lvl="0"/>
            <a:r>
              <a:rPr lang="en-US"/>
              <a:t>Skill test 5</a:t>
            </a:r>
          </a:p>
          <a:p>
            <a:pPr lvl="0"/>
            <a:r>
              <a:rPr lang="en-US"/>
              <a:t>Skill Test 6</a:t>
            </a:r>
          </a:p>
          <a:p>
            <a:pPr lvl="0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A525A8B-6D27-0A73-460F-A41B7D967EA8}"/>
              </a:ext>
            </a:extLst>
          </p:cNvPr>
          <p:cNvCxnSpPr>
            <a:cxnSpLocks/>
          </p:cNvCxnSpPr>
          <p:nvPr userDrawn="1"/>
        </p:nvCxnSpPr>
        <p:spPr>
          <a:xfrm>
            <a:off x="8136255" y="1838431"/>
            <a:ext cx="0" cy="4846320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ontent Placeholder 13">
            <a:extLst>
              <a:ext uri="{FF2B5EF4-FFF2-40B4-BE49-F238E27FC236}">
                <a16:creationId xmlns:a16="http://schemas.microsoft.com/office/drawing/2014/main" id="{792C2DA3-A63A-205D-4E93-2816EFDF197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187303" y="328388"/>
            <a:ext cx="1167030" cy="1167908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itle 9">
            <a:extLst>
              <a:ext uri="{FF2B5EF4-FFF2-40B4-BE49-F238E27FC236}">
                <a16:creationId xmlns:a16="http://schemas.microsoft.com/office/drawing/2014/main" id="{3DAE3EE4-FA44-B0D4-F041-ED3F32A59A3F}"/>
              </a:ext>
            </a:extLst>
          </p:cNvPr>
          <p:cNvSpPr txBox="1">
            <a:spLocks/>
          </p:cNvSpPr>
          <p:nvPr userDrawn="1"/>
        </p:nvSpPr>
        <p:spPr>
          <a:xfrm>
            <a:off x="5469465" y="75568"/>
            <a:ext cx="2560320" cy="7883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Two-Line First Name Last Name</a:t>
            </a:r>
          </a:p>
        </p:txBody>
      </p:sp>
      <p:sp>
        <p:nvSpPr>
          <p:cNvPr id="66" name="Text Placeholder 11">
            <a:extLst>
              <a:ext uri="{FF2B5EF4-FFF2-40B4-BE49-F238E27FC236}">
                <a16:creationId xmlns:a16="http://schemas.microsoft.com/office/drawing/2014/main" id="{DE3E39C5-6969-7FA6-E9E7-DD5FF44C5C8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69465" y="900053"/>
            <a:ext cx="2560320" cy="596242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>
                <a:latin typeface="Aptos Narrow" panose="020B0004020202020204" pitchFamily="34" charset="0"/>
              </a:defRPr>
            </a:lvl1pPr>
            <a:lvl2pPr marL="457200" indent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Position</a:t>
            </a:r>
          </a:p>
          <a:p>
            <a:pPr lvl="0"/>
            <a:r>
              <a:rPr lang="en-US"/>
              <a:t>Years Experience</a:t>
            </a:r>
          </a:p>
        </p:txBody>
      </p:sp>
      <p:sp>
        <p:nvSpPr>
          <p:cNvPr id="67" name="Content Placeholder 13">
            <a:extLst>
              <a:ext uri="{FF2B5EF4-FFF2-40B4-BE49-F238E27FC236}">
                <a16:creationId xmlns:a16="http://schemas.microsoft.com/office/drawing/2014/main" id="{75F9CDC7-D536-56F7-CBDF-72EAD59303C6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8224230" y="328388"/>
            <a:ext cx="1167030" cy="1167908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itle 9">
            <a:extLst>
              <a:ext uri="{FF2B5EF4-FFF2-40B4-BE49-F238E27FC236}">
                <a16:creationId xmlns:a16="http://schemas.microsoft.com/office/drawing/2014/main" id="{01929BE3-57DE-0378-20C9-5E380864012D}"/>
              </a:ext>
            </a:extLst>
          </p:cNvPr>
          <p:cNvSpPr txBox="1">
            <a:spLocks/>
          </p:cNvSpPr>
          <p:nvPr userDrawn="1"/>
        </p:nvSpPr>
        <p:spPr>
          <a:xfrm>
            <a:off x="9506392" y="75568"/>
            <a:ext cx="2560320" cy="7883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First Name Last Name</a:t>
            </a:r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EAE9DC41-C862-FB4E-A830-5543F69FED1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06392" y="900053"/>
            <a:ext cx="2560320" cy="596242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>
                <a:latin typeface="Aptos Narrow" panose="020B0004020202020204" pitchFamily="34" charset="0"/>
              </a:defRPr>
            </a:lvl1pPr>
            <a:lvl2pPr marL="457200" indent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Aptos Narrow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Position</a:t>
            </a:r>
          </a:p>
          <a:p>
            <a:pPr lvl="0"/>
            <a:r>
              <a:rPr lang="en-US"/>
              <a:t>Years Experience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6E00644-3899-ED68-9830-E3443C8CF3BF}"/>
              </a:ext>
            </a:extLst>
          </p:cNvPr>
          <p:cNvCxnSpPr>
            <a:cxnSpLocks/>
          </p:cNvCxnSpPr>
          <p:nvPr userDrawn="1"/>
        </p:nvCxnSpPr>
        <p:spPr>
          <a:xfrm>
            <a:off x="8127973" y="603602"/>
            <a:ext cx="0" cy="91440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F4A76B64-8FBF-2463-26E1-8A286988F17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23743" y="75568"/>
            <a:ext cx="457200" cy="45645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AAE74F5-D446-E342-E2A4-CBD2579E3262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>
            <a:outerShdw blurRad="165100" dist="12700" dir="16200000" rotWithShape="0">
              <a:prstClr val="black">
                <a:alpha val="35000"/>
              </a:prstClr>
            </a:outerShdw>
          </a:effectLst>
        </p:grpSpPr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4E300818-5059-AA89-66C8-3A7E26968A0A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644639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36">
              <a:extLst>
                <a:ext uri="{FF2B5EF4-FFF2-40B4-BE49-F238E27FC236}">
                  <a16:creationId xmlns:a16="http://schemas.microsoft.com/office/drawing/2014/main" id="{C83FECDF-98ED-1AD2-BE37-5CC7723B931B}"/>
                </a:ext>
              </a:extLst>
            </p:cNvPr>
            <p:cNvSpPr/>
            <p:nvPr userDrawn="1"/>
          </p:nvSpPr>
          <p:spPr>
            <a:xfrm rot="10800000" flipV="1">
              <a:off x="6156960" y="6629398"/>
              <a:ext cx="5882641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AC6249B3-5481-162D-AA72-B553459AA72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90724CAE-4685-3D2B-4029-34908636EA72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5014146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Former Team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FC3BEAF-F3FB-42D1-B159-2B27AC020A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6611" y="3548727"/>
            <a:ext cx="3474720" cy="2820313"/>
          </a:xfrm>
        </p:spPr>
        <p:txBody>
          <a:bodyPr numCol="2">
            <a:noAutofit/>
          </a:bodyPr>
          <a:lstStyle>
            <a:lvl1pPr>
              <a:spcAft>
                <a:spcPts val="300"/>
              </a:spcAft>
              <a:defRPr sz="1200">
                <a:latin typeface="+mn-lt"/>
              </a:defRPr>
            </a:lvl1pPr>
            <a:lvl2pPr>
              <a:spcAft>
                <a:spcPts val="300"/>
              </a:spcAft>
              <a:defRPr sz="1200">
                <a:latin typeface="+mn-lt"/>
              </a:defRPr>
            </a:lvl2pPr>
            <a:lvl3pPr>
              <a:spcAft>
                <a:spcPts val="300"/>
              </a:spcAft>
              <a:defRPr sz="1200">
                <a:latin typeface="+mn-lt"/>
              </a:defRPr>
            </a:lvl3pPr>
            <a:lvl4pPr>
              <a:spcAft>
                <a:spcPts val="300"/>
              </a:spcAft>
              <a:defRPr sz="1200">
                <a:latin typeface="+mn-lt"/>
              </a:defRPr>
            </a:lvl4pPr>
            <a:lvl5pPr>
              <a:spcAft>
                <a:spcPts val="300"/>
              </a:spcAft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FAD73B-C205-4852-8C5D-F934643E98E3}"/>
              </a:ext>
            </a:extLst>
          </p:cNvPr>
          <p:cNvSpPr/>
          <p:nvPr/>
        </p:nvSpPr>
        <p:spPr>
          <a:xfrm>
            <a:off x="-1" y="0"/>
            <a:ext cx="12190311" cy="2452848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1524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01E4D-D5CF-47C0-B252-665D9D1B447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6849" y="362061"/>
            <a:ext cx="1709928" cy="1711214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BD63BD28-9821-4D27-B87A-76A378EB1D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7477" y="3548727"/>
            <a:ext cx="3474720" cy="2820313"/>
          </a:xfrm>
        </p:spPr>
        <p:txBody>
          <a:bodyPr numCol="2">
            <a:noAutofit/>
          </a:bodyPr>
          <a:lstStyle>
            <a:lvl1pPr>
              <a:spcAft>
                <a:spcPts val="300"/>
              </a:spcAft>
              <a:defRPr sz="1200">
                <a:latin typeface="+mn-lt"/>
              </a:defRPr>
            </a:lvl1pPr>
            <a:lvl2pPr>
              <a:spcAft>
                <a:spcPts val="300"/>
              </a:spcAft>
              <a:defRPr sz="1200">
                <a:latin typeface="+mn-lt"/>
              </a:defRPr>
            </a:lvl2pPr>
            <a:lvl3pPr>
              <a:spcAft>
                <a:spcPts val="300"/>
              </a:spcAft>
              <a:defRPr sz="1200">
                <a:latin typeface="+mn-lt"/>
              </a:defRPr>
            </a:lvl3pPr>
            <a:lvl4pPr>
              <a:spcAft>
                <a:spcPts val="300"/>
              </a:spcAft>
              <a:defRPr sz="1200">
                <a:latin typeface="+mn-lt"/>
              </a:defRPr>
            </a:lvl4pPr>
            <a:lvl5pPr>
              <a:spcAft>
                <a:spcPts val="300"/>
              </a:spcAft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FBF4E-B1A9-4E09-8E8D-4CBF731A64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470" y="3548727"/>
            <a:ext cx="3474720" cy="2820313"/>
          </a:xfrm>
        </p:spPr>
        <p:txBody>
          <a:bodyPr numCol="2">
            <a:noAutofit/>
          </a:bodyPr>
          <a:lstStyle>
            <a:lvl1pPr>
              <a:spcAft>
                <a:spcPts val="300"/>
              </a:spcAft>
              <a:defRPr sz="1200">
                <a:latin typeface="+mn-lt"/>
              </a:defRPr>
            </a:lvl1pPr>
            <a:lvl2pPr>
              <a:spcAft>
                <a:spcPts val="300"/>
              </a:spcAft>
              <a:defRPr sz="1200">
                <a:latin typeface="+mn-lt"/>
              </a:defRPr>
            </a:lvl2pPr>
            <a:lvl3pPr>
              <a:spcAft>
                <a:spcPts val="300"/>
              </a:spcAft>
              <a:defRPr sz="1200">
                <a:latin typeface="+mn-lt"/>
              </a:defRPr>
            </a:lvl3pPr>
            <a:lvl4pPr>
              <a:spcAft>
                <a:spcPts val="300"/>
              </a:spcAft>
              <a:defRPr sz="1200">
                <a:latin typeface="+mn-lt"/>
              </a:defRPr>
            </a:lvl4pPr>
            <a:lvl5pPr>
              <a:spcAft>
                <a:spcPts val="300"/>
              </a:spcAft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479CE6A-ADE9-4D90-95CA-EC2EF0CA6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164" y="232606"/>
            <a:ext cx="8934449" cy="615536"/>
          </a:xfrm>
        </p:spPr>
        <p:txBody>
          <a:bodyPr>
            <a:no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0DF01B-78E6-4D4A-8E81-EBB1B2F47E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51100" y="775530"/>
            <a:ext cx="8926513" cy="11652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600" b="0">
                <a:latin typeface="+mj-lt"/>
              </a:defRPr>
            </a:lvl1pPr>
            <a:lvl2pPr marL="457200" indent="0">
              <a:spcBef>
                <a:spcPts val="0"/>
              </a:spcBef>
              <a:spcAft>
                <a:spcPts val="900"/>
              </a:spcAft>
              <a:buNone/>
              <a:defRPr sz="1400">
                <a:latin typeface="+mj-lt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490C81-7407-4199-8D6C-3A9C3C95B6C7}"/>
              </a:ext>
            </a:extLst>
          </p:cNvPr>
          <p:cNvCxnSpPr>
            <a:cxnSpLocks/>
          </p:cNvCxnSpPr>
          <p:nvPr/>
        </p:nvCxnSpPr>
        <p:spPr>
          <a:xfrm>
            <a:off x="4076962" y="2791067"/>
            <a:ext cx="0" cy="3604957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0EF0855-337F-42E1-AE8B-654A1CB705F4}"/>
              </a:ext>
            </a:extLst>
          </p:cNvPr>
          <p:cNvCxnSpPr>
            <a:cxnSpLocks/>
          </p:cNvCxnSpPr>
          <p:nvPr/>
        </p:nvCxnSpPr>
        <p:spPr>
          <a:xfrm>
            <a:off x="8127387" y="2791067"/>
            <a:ext cx="0" cy="3604957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179D289-18FA-485A-A2D8-FA27C39F8628}"/>
              </a:ext>
            </a:extLst>
          </p:cNvPr>
          <p:cNvSpPr txBox="1"/>
          <p:nvPr/>
        </p:nvSpPr>
        <p:spPr>
          <a:xfrm>
            <a:off x="1195714" y="2858688"/>
            <a:ext cx="1599538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548640"/>
            <a:r>
              <a:rPr lang="en-US" sz="24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3A4369-309C-40B8-8C69-A8D6EAEB40BF}"/>
              </a:ext>
            </a:extLst>
          </p:cNvPr>
          <p:cNvSpPr/>
          <p:nvPr/>
        </p:nvSpPr>
        <p:spPr>
          <a:xfrm>
            <a:off x="405086" y="2774259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49B4B3-9061-45DF-9AAE-A132B4BBC26F}"/>
              </a:ext>
            </a:extLst>
          </p:cNvPr>
          <p:cNvSpPr txBox="1"/>
          <p:nvPr/>
        </p:nvSpPr>
        <p:spPr>
          <a:xfrm>
            <a:off x="5245761" y="2858688"/>
            <a:ext cx="1937551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548640"/>
            <a:r>
              <a:rPr lang="en-US" sz="24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Tools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6EB542-A697-40AD-BE32-4666342B4DE1}"/>
              </a:ext>
            </a:extLst>
          </p:cNvPr>
          <p:cNvSpPr/>
          <p:nvPr/>
        </p:nvSpPr>
        <p:spPr>
          <a:xfrm>
            <a:off x="4450858" y="2774259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2800">
              <a:latin typeface="+mj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D5148B-947A-42ED-852D-D9F8BB79DB90}"/>
              </a:ext>
            </a:extLst>
          </p:cNvPr>
          <p:cNvSpPr txBox="1"/>
          <p:nvPr/>
        </p:nvSpPr>
        <p:spPr>
          <a:xfrm>
            <a:off x="9304859" y="2858688"/>
            <a:ext cx="2482056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rPr>
              <a:t>Industries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6F47965-95D9-4B73-B689-6ED3C95CD303}"/>
              </a:ext>
            </a:extLst>
          </p:cNvPr>
          <p:cNvSpPr/>
          <p:nvPr/>
        </p:nvSpPr>
        <p:spPr>
          <a:xfrm>
            <a:off x="8507030" y="2774259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0F1AB-3C9F-09F1-2E7C-5F6BD0344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587" y="2842168"/>
            <a:ext cx="306206" cy="364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DAAA6-440F-AD34-F77C-BA1F39C89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95" y="2907575"/>
            <a:ext cx="360113" cy="2987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98597B9-6D90-61DB-839D-AA904B3DA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852" y="2899061"/>
            <a:ext cx="368639" cy="298618"/>
          </a:xfrm>
          <a:prstGeom prst="rect">
            <a:avLst/>
          </a:prstGeom>
        </p:spPr>
      </p:pic>
      <p:pic>
        <p:nvPicPr>
          <p:cNvPr id="33" name="Picture 32" descr="A black and grey logo&#10;&#10;Description automatically generated">
            <a:extLst>
              <a:ext uri="{FF2B5EF4-FFF2-40B4-BE49-F238E27FC236}">
                <a16:creationId xmlns:a16="http://schemas.microsoft.com/office/drawing/2014/main" id="{28BFB636-0049-29DB-38B4-8B71769DEF8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9331483F-DE68-2D09-5E0A-F121D4791A7B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4B6E667E-434D-C429-5897-DC08A682EBB1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57590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enter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3095-9895-09E8-EBAA-6100584874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753" y="2539449"/>
            <a:ext cx="8450495" cy="1779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341FF8FF-FDCB-579C-C012-E7A9E8F3C3BC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F582693-1860-3F57-E991-E31B1FB1554B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583752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2/3rd Split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B81C803-EB0D-AD5B-FDEF-0FBAA66F49EA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>
            <a:outerShdw blurRad="165100" dist="12700" dir="16200000" rotWithShape="0">
              <a:prstClr val="black">
                <a:alpha val="35000"/>
              </a:prstClr>
            </a:outerShdw>
          </a:effectLst>
        </p:grpSpPr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B9B6D341-9077-2C6D-0D31-FC58C0E2E094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644639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36">
              <a:extLst>
                <a:ext uri="{FF2B5EF4-FFF2-40B4-BE49-F238E27FC236}">
                  <a16:creationId xmlns:a16="http://schemas.microsoft.com/office/drawing/2014/main" id="{662B7A29-47D3-8159-B395-F1E8A44A0735}"/>
                </a:ext>
              </a:extLst>
            </p:cNvPr>
            <p:cNvSpPr/>
            <p:nvPr userDrawn="1"/>
          </p:nvSpPr>
          <p:spPr>
            <a:xfrm rot="10800000" flipV="1">
              <a:off x="6156960" y="6629398"/>
              <a:ext cx="5882641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918201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6E91A658-51E2-AB78-8F09-1B62542152A0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E54D54-E0BC-083D-ADD0-530B83498121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C4C33-1DE1-B290-EFA5-7664559234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3120" y="549327"/>
            <a:ext cx="1997674" cy="133949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560E0A-1AF4-144F-11AE-EBD7C8273BB5}"/>
              </a:ext>
            </a:extLst>
          </p:cNvPr>
          <p:cNvCxnSpPr>
            <a:cxnSpLocks/>
          </p:cNvCxnSpPr>
          <p:nvPr userDrawn="1"/>
        </p:nvCxnSpPr>
        <p:spPr>
          <a:xfrm>
            <a:off x="2988860" y="201413"/>
            <a:ext cx="0" cy="19202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D66ED38-F3A9-5A33-BC5F-8278BDE522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7" t="-5244" r="-5245" b="-7088"/>
          <a:stretch>
            <a:fillRect/>
          </a:stretch>
        </p:blipFill>
        <p:spPr>
          <a:xfrm>
            <a:off x="10958529" y="6132436"/>
            <a:ext cx="587032" cy="58608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614324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 GOLD -  2/3rd Split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4C4C33-1DE1-B290-EFA5-7664559234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3120" y="549327"/>
            <a:ext cx="1997674" cy="133949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560E0A-1AF4-144F-11AE-EBD7C8273BB5}"/>
              </a:ext>
            </a:extLst>
          </p:cNvPr>
          <p:cNvCxnSpPr>
            <a:cxnSpLocks/>
          </p:cNvCxnSpPr>
          <p:nvPr userDrawn="1"/>
        </p:nvCxnSpPr>
        <p:spPr>
          <a:xfrm>
            <a:off x="2988860" y="201413"/>
            <a:ext cx="0" cy="19202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0508BA1-5E21-1B81-4C0E-5611F6487790}"/>
              </a:ext>
            </a:extLst>
          </p:cNvPr>
          <p:cNvGrpSpPr/>
          <p:nvPr userDrawn="1"/>
        </p:nvGrpSpPr>
        <p:grpSpPr>
          <a:xfrm>
            <a:off x="0" y="6629398"/>
            <a:ext cx="12192000" cy="228602"/>
            <a:chOff x="-152399" y="6629398"/>
            <a:chExt cx="12192000" cy="228602"/>
          </a:xfrm>
          <a:effectLst/>
        </p:grpSpPr>
        <p:sp>
          <p:nvSpPr>
            <p:cNvPr id="3" name="Rectangle 36">
              <a:extLst>
                <a:ext uri="{FF2B5EF4-FFF2-40B4-BE49-F238E27FC236}">
                  <a16:creationId xmlns:a16="http://schemas.microsoft.com/office/drawing/2014/main" id="{8FC1FDF7-5FE0-E3BA-AB6C-0DBFE9DA5E3E}"/>
                </a:ext>
              </a:extLst>
            </p:cNvPr>
            <p:cNvSpPr/>
            <p:nvPr userDrawn="1"/>
          </p:nvSpPr>
          <p:spPr>
            <a:xfrm rot="10800000" flipV="1">
              <a:off x="5961298" y="6629398"/>
              <a:ext cx="60783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87634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81510"/>
                <a:gd name="csY0" fmla="*/ 0 h 228602"/>
                <a:gd name="csX1" fmla="*/ 5892728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81510" h="228602">
                  <a:moveTo>
                    <a:pt x="0" y="0"/>
                  </a:moveTo>
                  <a:lnTo>
                    <a:pt x="5892728" y="0"/>
                  </a:lnTo>
                  <a:lnTo>
                    <a:pt x="6181510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A45"/>
            </a:solidFill>
            <a:ln w="9525" cap="flat" cmpd="sng" algn="ctr">
              <a:solidFill>
                <a:srgbClr val="002F6C"/>
              </a:solidFill>
              <a:prstDash val="solid"/>
              <a:miter lim="800000"/>
            </a:ln>
            <a:effectLst>
              <a:outerShdw blurRad="165100" dist="38100" dir="16200000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9" name="Rectangle 36">
              <a:extLst>
                <a:ext uri="{FF2B5EF4-FFF2-40B4-BE49-F238E27FC236}">
                  <a16:creationId xmlns:a16="http://schemas.microsoft.com/office/drawing/2014/main" id="{8B9F48E1-721C-1A9B-4491-315EC5116C43}"/>
                </a:ext>
              </a:extLst>
            </p:cNvPr>
            <p:cNvSpPr/>
            <p:nvPr userDrawn="1"/>
          </p:nvSpPr>
          <p:spPr>
            <a:xfrm flipV="1">
              <a:off x="-152399" y="6629398"/>
              <a:ext cx="6389003" cy="228602"/>
            </a:xfrm>
            <a:custGeom>
              <a:avLst/>
              <a:gdLst>
                <a:gd name="csX0" fmla="*/ 0 w 5918201"/>
                <a:gd name="csY0" fmla="*/ 0 h 228602"/>
                <a:gd name="csX1" fmla="*/ 5918201 w 5918201"/>
                <a:gd name="csY1" fmla="*/ 0 h 228602"/>
                <a:gd name="csX2" fmla="*/ 5918201 w 5918201"/>
                <a:gd name="csY2" fmla="*/ 228602 h 228602"/>
                <a:gd name="csX3" fmla="*/ 0 w 5918201"/>
                <a:gd name="csY3" fmla="*/ 228602 h 228602"/>
                <a:gd name="csX4" fmla="*/ 0 w 5918201"/>
                <a:gd name="csY4" fmla="*/ 0 h 228602"/>
                <a:gd name="csX0" fmla="*/ 0 w 6181510"/>
                <a:gd name="csY0" fmla="*/ 0 h 228602"/>
                <a:gd name="csX1" fmla="*/ 5918201 w 6181510"/>
                <a:gd name="csY1" fmla="*/ 0 h 228602"/>
                <a:gd name="csX2" fmla="*/ 6181510 w 6181510"/>
                <a:gd name="csY2" fmla="*/ 228602 h 228602"/>
                <a:gd name="csX3" fmla="*/ 0 w 6181510"/>
                <a:gd name="csY3" fmla="*/ 228602 h 228602"/>
                <a:gd name="csX4" fmla="*/ 0 w 6181510"/>
                <a:gd name="csY4" fmla="*/ 0 h 228602"/>
                <a:gd name="csX0" fmla="*/ 0 w 6197786"/>
                <a:gd name="csY0" fmla="*/ 0 h 228602"/>
                <a:gd name="csX1" fmla="*/ 5918201 w 6197786"/>
                <a:gd name="csY1" fmla="*/ 0 h 228602"/>
                <a:gd name="csX2" fmla="*/ 6197786 w 6197786"/>
                <a:gd name="csY2" fmla="*/ 228602 h 228602"/>
                <a:gd name="csX3" fmla="*/ 0 w 6197786"/>
                <a:gd name="csY3" fmla="*/ 228602 h 228602"/>
                <a:gd name="csX4" fmla="*/ 0 w 6197786"/>
                <a:gd name="csY4" fmla="*/ 0 h 228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97786" h="228602">
                  <a:moveTo>
                    <a:pt x="0" y="0"/>
                  </a:moveTo>
                  <a:lnTo>
                    <a:pt x="5918201" y="0"/>
                  </a:lnTo>
                  <a:lnTo>
                    <a:pt x="6197786" y="228602"/>
                  </a:lnTo>
                  <a:lnTo>
                    <a:pt x="0" y="22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 algn="ctr">
              <a:noFill/>
              <a:prstDash val="solid"/>
              <a:miter lim="800000"/>
            </a:ln>
            <a:effectLst>
              <a:outerShdw blurRad="165100" dist="38100" dir="16200000" rotWithShape="0">
                <a:prstClr val="black">
                  <a:alpha val="25238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670901F-39A5-E97C-42A7-42B59059B4E2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452812-C10A-4AB2-8074-0CB7DB09664E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9AA48C6-3617-6138-867E-60F9190E9992}"/>
              </a:ext>
            </a:extLst>
          </p:cNvPr>
          <p:cNvSpPr txBox="1">
            <a:spLocks/>
          </p:cNvSpPr>
          <p:nvPr userDrawn="1"/>
        </p:nvSpPr>
        <p:spPr>
          <a:xfrm>
            <a:off x="17303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E2E2E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© 2026 Kaizen Analytix LLC   |   All Rights Reserved.  CONFIDENTIAL &amp; PROPRIETARY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66ED38-F3A9-5A33-BC5F-8278BDE522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7" t="-5244" r="-5245" b="-7088"/>
          <a:stretch>
            <a:fillRect/>
          </a:stretch>
        </p:blipFill>
        <p:spPr>
          <a:xfrm>
            <a:off x="10958529" y="6132436"/>
            <a:ext cx="587032" cy="58608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495346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C34E8241-70CE-0B9E-6544-02D85E0ED268}"/>
              </a:ext>
            </a:extLst>
          </p:cNvPr>
          <p:cNvSpPr txBox="1">
            <a:spLocks/>
          </p:cNvSpPr>
          <p:nvPr userDrawn="1"/>
        </p:nvSpPr>
        <p:spPr>
          <a:xfrm>
            <a:off x="11617561" y="6562271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z="900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 sz="105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425DCB6-5633-DF43-04C5-3F9776FE8470}"/>
              </a:ext>
            </a:extLst>
          </p:cNvPr>
          <p:cNvSpPr txBox="1">
            <a:spLocks/>
          </p:cNvSpPr>
          <p:nvPr userDrawn="1"/>
        </p:nvSpPr>
        <p:spPr>
          <a:xfrm>
            <a:off x="3811581" y="6552746"/>
            <a:ext cx="4568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© 2026 Kaizen Analytix LLC   | 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46304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0FC6E-F28C-46F3-BC91-843A9D3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CEB0F-F86D-40EE-B9DF-945463C5D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C4773-7AA7-4DE8-84CE-46B710B7F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808232D8-B6FD-1047-A05B-BDBCD056F7E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38C2-0ED8-4C75-AC02-420BCE095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9999" y="6485740"/>
            <a:ext cx="4572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4F71-7FA6-4ED0-BB3E-D0473EBD0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1421" y="629948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160A29AF-4197-074B-A0C5-B67B4BA4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2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9" r:id="rId8"/>
    <p:sldLayoutId id="2147483670" r:id="rId9"/>
    <p:sldLayoutId id="2147483700" r:id="rId10"/>
    <p:sldLayoutId id="2147483702" r:id="rId11"/>
    <p:sldLayoutId id="2147483710" r:id="rId12"/>
    <p:sldLayoutId id="2147483711" r:id="rId13"/>
    <p:sldLayoutId id="2147483667" r:id="rId14"/>
    <p:sldLayoutId id="2147483668" r:id="rId15"/>
    <p:sldLayoutId id="2147483671" r:id="rId16"/>
    <p:sldLayoutId id="2147483672" r:id="rId17"/>
    <p:sldLayoutId id="2147483695" r:id="rId18"/>
    <p:sldLayoutId id="2147483696" r:id="rId19"/>
    <p:sldLayoutId id="2147483697" r:id="rId20"/>
    <p:sldLayoutId id="2147483698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722" r:id="rId31"/>
    <p:sldLayoutId id="2147483724" r:id="rId32"/>
    <p:sldLayoutId id="2147483725" r:id="rId33"/>
    <p:sldLayoutId id="2147483704" r:id="rId34"/>
    <p:sldLayoutId id="2147483703" r:id="rId35"/>
    <p:sldLayoutId id="2147483720" r:id="rId36"/>
    <p:sldLayoutId id="2147483721" r:id="rId37"/>
    <p:sldLayoutId id="2147483701" r:id="rId38"/>
    <p:sldLayoutId id="2147483705" r:id="rId39"/>
    <p:sldLayoutId id="2147483712" r:id="rId40"/>
    <p:sldLayoutId id="2147483713" r:id="rId41"/>
    <p:sldLayoutId id="2147483715" r:id="rId42"/>
    <p:sldLayoutId id="2147483682" r:id="rId43"/>
    <p:sldLayoutId id="2147483684" r:id="rId44"/>
    <p:sldLayoutId id="2147483686" r:id="rId45"/>
    <p:sldLayoutId id="2147483718" r:id="rId46"/>
    <p:sldLayoutId id="2147483717" r:id="rId47"/>
    <p:sldLayoutId id="2147483719" r:id="rId48"/>
    <p:sldLayoutId id="2147483688" r:id="rId49"/>
    <p:sldLayoutId id="2147483689" r:id="rId50"/>
    <p:sldLayoutId id="2147483726" r:id="rId51"/>
    <p:sldLayoutId id="2147483727" r:id="rId52"/>
    <p:sldLayoutId id="2147483690" r:id="rId5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1pPr>
      <a:lvl2pPr marL="574675" indent="-3429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System Font Regular"/>
        <a:buChar char="–"/>
        <a:defRPr sz="14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Courier New" panose="02070309020205020404" pitchFamily="49" charset="0"/>
        <a:buChar char="o"/>
        <a:defRPr sz="12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3pPr>
      <a:lvl4pPr marL="974725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Wingdings" pitchFamily="2" charset="2"/>
        <a:buChar char="§"/>
        <a:tabLst>
          <a:tab pos="688975" algn="l"/>
        </a:tabLst>
        <a:defRPr sz="11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1E36926-188D-C5AC-F470-7714A8A74A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019448-560F-70AA-DD1B-AB91FDB4B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C6355-5C62-0942-E023-63F1C525A7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2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B4FE-1161-C81A-DDD1-07D3DE313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52CC8-3759-D52E-4304-C0F7FC585E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AFA3F61-D5C6-C1ED-7457-B66FB4642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36AC9-4B58-B305-4223-326BB50BED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4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4E0D4D3-94C9-9272-F0F1-F92D9B6EE1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37A66-BDFD-7240-2D3E-6DD7AF4C4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0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4ADE8C-9EEB-1D76-20E7-DA9BC3BF9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3E62B0C-62CE-AC8E-0AB7-4F09E20D18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DE8E5B-71C4-27CA-EF92-AAA832F7D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3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86EB28F9-9616-3148-70F5-C1CB4E984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37C3C3-D39F-A3AB-E434-A236A61D0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3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975288-C8A5-390E-CCDD-F0E22C72E6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354ED9-E997-1C49-2C0B-82B5212D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E4CDC6-F6E3-399C-9123-065A368259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7D183D-6292-F71B-11CD-40417D6484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5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BBBC-1E3C-DFA9-63ED-A1B809A4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AA9CD-4FFE-ABB9-9F30-1524CDCEE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1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03B1D0-AE38-A02B-02C4-312C77F7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226C2-19FB-5D50-F9F4-702628B8FE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40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E215-3764-E15A-1966-5E413C5F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58CA6-5134-B0FD-CC27-974222BC3A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66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BC7B-AE98-886C-0FC3-79700E3E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B3CA7-7654-E346-D74F-493CE291A1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8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6961-2365-8F43-D2DB-23BE6A4F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84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95CF-6AAE-DAA6-35C4-38264521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48263"/>
      </p:ext>
    </p:extLst>
  </p:cSld>
  <p:clrMapOvr>
    <a:masterClrMapping/>
  </p:clrMapOvr>
</p:sld>
</file>

<file path=ppt/theme/theme1.xml><?xml version="1.0" encoding="utf-8"?>
<a:theme xmlns:a="http://schemas.openxmlformats.org/drawingml/2006/main" name="Kaizen PPT Theme 2026 (2.27.26)">
  <a:themeElements>
    <a:clrScheme name="Custom 1">
      <a:dk1>
        <a:srgbClr val="2E2E2E"/>
      </a:dk1>
      <a:lt1>
        <a:srgbClr val="FFFFFF"/>
      </a:lt1>
      <a:dk2>
        <a:srgbClr val="2E2E2E"/>
      </a:dk2>
      <a:lt2>
        <a:srgbClr val="F2F2F2"/>
      </a:lt2>
      <a:accent1>
        <a:srgbClr val="002A45"/>
      </a:accent1>
      <a:accent2>
        <a:srgbClr val="FFD358"/>
      </a:accent2>
      <a:accent3>
        <a:srgbClr val="00A9E0"/>
      </a:accent3>
      <a:accent4>
        <a:srgbClr val="B1B3B3"/>
      </a:accent4>
      <a:accent5>
        <a:srgbClr val="63666A"/>
      </a:accent5>
      <a:accent6>
        <a:srgbClr val="797979"/>
      </a:accent6>
      <a:hlink>
        <a:srgbClr val="00A9E0"/>
      </a:hlink>
      <a:folHlink>
        <a:srgbClr val="002F6C"/>
      </a:folHlink>
    </a:clrScheme>
    <a:fontScheme name="Kaizen Font 2024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aizen PPT Theme 2026 (06.08.26)" id="{760B3007-67D9-41F8-84C5-E58B5981A1C0}" vid="{BD93C063-B55F-4959-8F66-55DD3B4FE51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8fa58d-a244-415f-a842-768848945a12" xsi:nil="true"/>
    <lcf76f155ced4ddcb4097134ff3c332f xmlns="d6638f62-961d-4f02-b4de-434ab6b1257e">
      <Terms xmlns="http://schemas.microsoft.com/office/infopath/2007/PartnerControls"/>
    </lcf76f155ced4ddcb4097134ff3c332f>
    <Notes_x002f_Comments xmlns="d6638f62-961d-4f02-b4de-434ab6b125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A17A0A5E00C14BA1A7DE590D4BA9B1" ma:contentTypeVersion="19" ma:contentTypeDescription="Create a new document." ma:contentTypeScope="" ma:versionID="0c8581dbe0adedcd6ec4426add13da1c">
  <xsd:schema xmlns:xsd="http://www.w3.org/2001/XMLSchema" xmlns:xs="http://www.w3.org/2001/XMLSchema" xmlns:p="http://schemas.microsoft.com/office/2006/metadata/properties" xmlns:ns2="d6638f62-961d-4f02-b4de-434ab6b1257e" xmlns:ns3="f28fa58d-a244-415f-a842-768848945a12" targetNamespace="http://schemas.microsoft.com/office/2006/metadata/properties" ma:root="true" ma:fieldsID="057c957585232555449d8045e4c956b2" ns2:_="" ns3:_="">
    <xsd:import namespace="d6638f62-961d-4f02-b4de-434ab6b1257e"/>
    <xsd:import namespace="f28fa58d-a244-415f-a842-768848945a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Notes_x002f_Comme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38f62-961d-4f02-b4de-434ab6b125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Notes_x002f_Comments" ma:index="21" nillable="true" ma:displayName="Notes/Comments" ma:internalName="Notes_x002f_Comments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086eeed-4b88-4c7d-a0f5-6cd87513ac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fa58d-a244-415f-a842-768848945a1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73014fe-716a-4ad7-8288-0a6908058f3e}" ma:internalName="TaxCatchAll" ma:showField="CatchAllData" ma:web="f28fa58d-a244-415f-a842-768848945a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803041-8840-4503-B14E-458470CB611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purl.org/dc/terms/"/>
    <ds:schemaRef ds:uri="d6638f62-961d-4f02-b4de-434ab6b1257e"/>
    <ds:schemaRef ds:uri="http://schemas.microsoft.com/office/2006/metadata/properties"/>
    <ds:schemaRef ds:uri="http://schemas.microsoft.com/office/infopath/2007/PartnerControls"/>
    <ds:schemaRef ds:uri="f28fa58d-a244-415f-a842-768848945a12"/>
  </ds:schemaRefs>
</ds:datastoreItem>
</file>

<file path=customXml/itemProps2.xml><?xml version="1.0" encoding="utf-8"?>
<ds:datastoreItem xmlns:ds="http://schemas.openxmlformats.org/officeDocument/2006/customXml" ds:itemID="{4679C6C6-FEFE-47C4-A298-AE200B03C2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EEBB65-5742-449A-9888-7CA8C87BC3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638f62-961d-4f02-b4de-434ab6b1257e"/>
    <ds:schemaRef ds:uri="f28fa58d-a244-415f-a842-768848945a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Kaizen PPT Theme 2026 (06.08.26) (1)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Narrow</vt:lpstr>
      <vt:lpstr>Aptos SemiBold</vt:lpstr>
      <vt:lpstr>Arial</vt:lpstr>
      <vt:lpstr>Courier New</vt:lpstr>
      <vt:lpstr>System Font Regular</vt:lpstr>
      <vt:lpstr>URW DIN Demi</vt:lpstr>
      <vt:lpstr>Wingdings</vt:lpstr>
      <vt:lpstr>Kaizen PPT Theme 2026 (2.27.26)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Allada</dc:creator>
  <cp:lastModifiedBy>Sai Allada</cp:lastModifiedBy>
  <cp:revision>1</cp:revision>
  <dcterms:created xsi:type="dcterms:W3CDTF">2026-06-18T15:52:58Z</dcterms:created>
  <dcterms:modified xsi:type="dcterms:W3CDTF">2026-06-18T15:53:48Z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0x010100C4A17A0A5E00C14BA1A7DE590D4BA9B1</vt:lpwstr>
  </property>
  <property fmtid="{D5CDD505-2E9C-101B-9397-08002B2CF9AE}" pid="3" name="MediaServiceImageTags">
    <vt:lpwstr/>
  </property>
</Properties>
</file>