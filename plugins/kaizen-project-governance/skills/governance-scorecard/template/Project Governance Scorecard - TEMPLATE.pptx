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notesMasterIdLst>
    <p:notesMasterId r:id="rId9"/>
  </p:notesMasterIdLst>
  <p:sldIdLst>
    <p:sldId id="256" r:id="rId5"/>
    <p:sldId id="2145706666" r:id="rId6"/>
    <p:sldId id="261" r:id="rId7"/>
    <p:sldId id="259"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4D4D1F1-3D75-7259-5E00-9A93F4C2C07F}" name="Pradeep Sreekanthan" initials="PS" userId="S::pradeep.sreekanthan@kaizenanalytix.com::7c2fdc65-2270-47e6-842f-c59a849d5c2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D050"/>
    <a:srgbClr val="FF00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1D7861-EA9C-4417-948C-B9A62B074164}" v="5" dt="2026-06-19T02:29:14.3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8/10/relationships/authors" Target="authors.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F7A0DD-D07D-4BAB-B5EE-84ED54EB9A72}" type="datetimeFigureOut">
              <a:rPr lang="en-US" smtClean="0"/>
              <a:t>7/16/2026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9EF9D1-AD07-4C78-B77D-101F02A6CCE6}" type="slidenum">
              <a:rPr lang="en-US" smtClean="0"/>
              <a:t>‹#›</a:t>
            </a:fld>
            <a:endParaRPr lang="en-US"/>
          </a:p>
        </p:txBody>
      </p:sp>
    </p:spTree>
    <p:extLst>
      <p:ext uri="{BB962C8B-B14F-4D97-AF65-F5344CB8AC3E}">
        <p14:creationId xmlns:p14="http://schemas.microsoft.com/office/powerpoint/2010/main" val="2128162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640DD-C8B9-E0AD-F3DB-B8AECA7F56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9AE83-BE45-A794-9B91-8BABD6271A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99FFBE-AF9E-DCA1-B3CD-AC4A045B6B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118771C-D12F-8127-650B-70C45C30A0A8}"/>
              </a:ext>
            </a:extLst>
          </p:cNvPr>
          <p:cNvSpPr>
            <a:spLocks noGrp="1"/>
          </p:cNvSpPr>
          <p:nvPr>
            <p:ph type="sldNum" sz="quarter" idx="5"/>
          </p:nvPr>
        </p:nvSpPr>
        <p:spPr/>
        <p:txBody>
          <a:bodyPr/>
          <a:lstStyle/>
          <a:p>
            <a:fld id="{57991387-1347-436D-823A-3710D3AD1EBE}" type="slidenum">
              <a:rPr lang="en-US" smtClean="0"/>
              <a:t>3</a:t>
            </a:fld>
            <a:endParaRPr lang="en-US"/>
          </a:p>
        </p:txBody>
      </p:sp>
    </p:spTree>
    <p:extLst>
      <p:ext uri="{BB962C8B-B14F-4D97-AF65-F5344CB8AC3E}">
        <p14:creationId xmlns:p14="http://schemas.microsoft.com/office/powerpoint/2010/main" val="4054312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7991387-1347-436D-823A-3710D3AD1EBE}" type="slidenum">
              <a:rPr lang="en-US" smtClean="0"/>
              <a:t>4</a:t>
            </a:fld>
            <a:endParaRPr lang="en-US"/>
          </a:p>
        </p:txBody>
      </p:sp>
    </p:spTree>
    <p:extLst>
      <p:ext uri="{BB962C8B-B14F-4D97-AF65-F5344CB8AC3E}">
        <p14:creationId xmlns:p14="http://schemas.microsoft.com/office/powerpoint/2010/main" val="14456196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l="-25000" r="-25000"/>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EAD56DB-EC4B-6A19-2F8A-555D961BF741}"/>
              </a:ext>
            </a:extLst>
          </p:cNvPr>
          <p:cNvSpPr/>
          <p:nvPr/>
        </p:nvSpPr>
        <p:spPr>
          <a:xfrm>
            <a:off x="0" y="0"/>
            <a:ext cx="8110329" cy="6858000"/>
          </a:xfrm>
          <a:prstGeom prst="rect">
            <a:avLst/>
          </a:prstGeom>
          <a:solidFill>
            <a:srgbClr val="FFFFFF">
              <a:alpha val="9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black and white logo&#10;&#10;Description automatically generated with low confidence">
            <a:extLst>
              <a:ext uri="{FF2B5EF4-FFF2-40B4-BE49-F238E27FC236}">
                <a16:creationId xmlns:a16="http://schemas.microsoft.com/office/drawing/2014/main" id="{A2680330-DEC2-AE0E-BFC5-602F636F0B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391" y="553823"/>
            <a:ext cx="1130834" cy="758546"/>
          </a:xfrm>
          <a:prstGeom prst="rect">
            <a:avLst/>
          </a:prstGeom>
        </p:spPr>
      </p:pic>
      <p:sp>
        <p:nvSpPr>
          <p:cNvPr id="4" name="Subtitle 2">
            <a:extLst>
              <a:ext uri="{FF2B5EF4-FFF2-40B4-BE49-F238E27FC236}">
                <a16:creationId xmlns:a16="http://schemas.microsoft.com/office/drawing/2014/main" id="{8B25D2B3-7290-E612-461F-9907CE939D0A}"/>
              </a:ext>
            </a:extLst>
          </p:cNvPr>
          <p:cNvSpPr>
            <a:spLocks noGrp="1"/>
          </p:cNvSpPr>
          <p:nvPr>
            <p:ph type="subTitle" idx="1"/>
          </p:nvPr>
        </p:nvSpPr>
        <p:spPr>
          <a:xfrm>
            <a:off x="321365" y="4458737"/>
            <a:ext cx="7179136" cy="1372765"/>
          </a:xfrm>
        </p:spPr>
        <p:txBody>
          <a:bodyPr>
            <a:noAutofit/>
          </a:bodyPr>
          <a:lstStyle>
            <a:lvl1pPr marL="0" indent="0" algn="l">
              <a:buNone/>
              <a:defRPr sz="1800">
                <a:solidFill>
                  <a:schemeClr val="tx1"/>
                </a:solidFill>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itle 1">
            <a:extLst>
              <a:ext uri="{FF2B5EF4-FFF2-40B4-BE49-F238E27FC236}">
                <a16:creationId xmlns:a16="http://schemas.microsoft.com/office/drawing/2014/main" id="{C89A2A24-E3BD-8EA9-547E-1133AD5A355C}"/>
              </a:ext>
            </a:extLst>
          </p:cNvPr>
          <p:cNvSpPr>
            <a:spLocks noGrp="1"/>
          </p:cNvSpPr>
          <p:nvPr>
            <p:ph type="ctrTitle"/>
          </p:nvPr>
        </p:nvSpPr>
        <p:spPr>
          <a:xfrm>
            <a:off x="321365" y="1580321"/>
            <a:ext cx="7179136" cy="2693507"/>
          </a:xfrm>
          <a:prstGeom prst="rect">
            <a:avLst/>
          </a:prstGeom>
        </p:spPr>
        <p:txBody>
          <a:bodyPr anchor="b">
            <a:noAutofit/>
          </a:bodyPr>
          <a:lstStyle>
            <a:lvl1pPr algn="l">
              <a:defRPr sz="3600" b="1">
                <a:solidFill>
                  <a:schemeClr val="tx1"/>
                </a:solidFill>
                <a:latin typeface="Aptos" panose="020B0004020202020204" pitchFamily="34" charset="0"/>
              </a:defRPr>
            </a:lvl1pPr>
          </a:lstStyle>
          <a:p>
            <a:r>
              <a:rPr lang="en-US"/>
              <a:t>Click to edit Master title style</a:t>
            </a:r>
          </a:p>
        </p:txBody>
      </p:sp>
    </p:spTree>
    <p:extLst>
      <p:ext uri="{BB962C8B-B14F-4D97-AF65-F5344CB8AC3E}">
        <p14:creationId xmlns:p14="http://schemas.microsoft.com/office/powerpoint/2010/main" val="4242027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lient Title Slide">
    <p:bg>
      <p:bgPr>
        <a:blipFill dpi="0" rotWithShape="1">
          <a:blip r:embed="rId2">
            <a:lum/>
          </a:blip>
          <a:srcRect/>
          <a:stretch>
            <a:fillRect l="-25000" r="-25000"/>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EAD56DB-EC4B-6A19-2F8A-555D961BF741}"/>
              </a:ext>
            </a:extLst>
          </p:cNvPr>
          <p:cNvSpPr/>
          <p:nvPr/>
        </p:nvSpPr>
        <p:spPr>
          <a:xfrm>
            <a:off x="0" y="0"/>
            <a:ext cx="5675243" cy="6858000"/>
          </a:xfrm>
          <a:prstGeom prst="rect">
            <a:avLst/>
          </a:prstGeom>
          <a:solidFill>
            <a:srgbClr val="FFFFFF">
              <a:alpha val="9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AC1ADD3D-A8CB-4047-897C-0E1F55F25716}"/>
              </a:ext>
            </a:extLst>
          </p:cNvPr>
          <p:cNvSpPr>
            <a:spLocks noGrp="1"/>
          </p:cNvSpPr>
          <p:nvPr>
            <p:ph type="subTitle" idx="1"/>
          </p:nvPr>
        </p:nvSpPr>
        <p:spPr>
          <a:xfrm>
            <a:off x="321365" y="4458737"/>
            <a:ext cx="5025887" cy="1372765"/>
          </a:xfrm>
        </p:spPr>
        <p:txBody>
          <a:bodyPr>
            <a:noAutofit/>
          </a:bodyPr>
          <a:lstStyle>
            <a:lvl1pPr marL="0" indent="0" algn="l">
              <a:buNone/>
              <a:defRPr sz="1800">
                <a:solidFill>
                  <a:schemeClr val="tx1"/>
                </a:solidFill>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 name="Title 1">
            <a:extLst>
              <a:ext uri="{FF2B5EF4-FFF2-40B4-BE49-F238E27FC236}">
                <a16:creationId xmlns:a16="http://schemas.microsoft.com/office/drawing/2014/main" id="{EFD9607C-634E-4669-BEF4-CEC84AA9E11C}"/>
              </a:ext>
            </a:extLst>
          </p:cNvPr>
          <p:cNvSpPr>
            <a:spLocks noGrp="1"/>
          </p:cNvSpPr>
          <p:nvPr>
            <p:ph type="ctrTitle"/>
          </p:nvPr>
        </p:nvSpPr>
        <p:spPr>
          <a:xfrm>
            <a:off x="321365" y="1580321"/>
            <a:ext cx="5025887" cy="2693507"/>
          </a:xfrm>
          <a:prstGeom prst="rect">
            <a:avLst/>
          </a:prstGeom>
        </p:spPr>
        <p:txBody>
          <a:bodyPr anchor="b">
            <a:noAutofit/>
          </a:bodyPr>
          <a:lstStyle>
            <a:lvl1pPr algn="l">
              <a:defRPr sz="3600" b="1">
                <a:solidFill>
                  <a:schemeClr val="tx1"/>
                </a:solidFill>
                <a:latin typeface="Aptos" panose="020B0004020202020204" pitchFamily="34" charset="0"/>
              </a:defRPr>
            </a:lvl1pPr>
          </a:lstStyle>
          <a:p>
            <a:r>
              <a:rPr lang="en-US"/>
              <a:t>Click to edit Master title style</a:t>
            </a:r>
          </a:p>
        </p:txBody>
      </p:sp>
      <p:sp>
        <p:nvSpPr>
          <p:cNvPr id="14" name="Picture Placeholder 13">
            <a:extLst>
              <a:ext uri="{FF2B5EF4-FFF2-40B4-BE49-F238E27FC236}">
                <a16:creationId xmlns:a16="http://schemas.microsoft.com/office/drawing/2014/main" id="{153D2B74-5DBE-B414-74B8-39D5A063BD7D}"/>
              </a:ext>
            </a:extLst>
          </p:cNvPr>
          <p:cNvSpPr>
            <a:spLocks noGrp="1"/>
          </p:cNvSpPr>
          <p:nvPr>
            <p:ph type="pic" sz="quarter" idx="12" hasCustomPrompt="1"/>
          </p:nvPr>
        </p:nvSpPr>
        <p:spPr>
          <a:xfrm>
            <a:off x="321365" y="367747"/>
            <a:ext cx="1889125" cy="1027665"/>
          </a:xfrm>
          <a:noFill/>
        </p:spPr>
        <p:txBody>
          <a:bodyPr/>
          <a:lstStyle>
            <a:lvl1pPr marL="0" indent="0">
              <a:buNone/>
              <a:defRPr/>
            </a:lvl1pPr>
          </a:lstStyle>
          <a:p>
            <a:r>
              <a:rPr lang="en-US"/>
              <a:t>Client Logo</a:t>
            </a:r>
          </a:p>
        </p:txBody>
      </p:sp>
      <p:pic>
        <p:nvPicPr>
          <p:cNvPr id="8" name="Picture 7" descr="A black and white logo&#10;&#10;Description automatically generated">
            <a:extLst>
              <a:ext uri="{FF2B5EF4-FFF2-40B4-BE49-F238E27FC236}">
                <a16:creationId xmlns:a16="http://schemas.microsoft.com/office/drawing/2014/main" id="{82A45AA0-792A-BEED-91F1-A08E64D39F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365" y="6261649"/>
            <a:ext cx="1328531" cy="268465"/>
          </a:xfrm>
          <a:prstGeom prst="rect">
            <a:avLst/>
          </a:prstGeom>
        </p:spPr>
      </p:pic>
    </p:spTree>
    <p:extLst>
      <p:ext uri="{BB962C8B-B14F-4D97-AF65-F5344CB8AC3E}">
        <p14:creationId xmlns:p14="http://schemas.microsoft.com/office/powerpoint/2010/main" val="4100331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Title Slide">
    <p:bg>
      <p:bgPr>
        <a:blipFill dpi="0" rotWithShape="1">
          <a:blip r:embed="rId2">
            <a:lum/>
          </a:blip>
          <a:srcRect/>
          <a:stretch>
            <a:fillRect l="-25000" r="-25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3002081-5FBF-BE06-3126-F24F2C8FE48A}"/>
              </a:ext>
            </a:extLst>
          </p:cNvPr>
          <p:cNvSpPr/>
          <p:nvPr/>
        </p:nvSpPr>
        <p:spPr>
          <a:xfrm>
            <a:off x="0" y="0"/>
            <a:ext cx="12192000" cy="6858000"/>
          </a:xfrm>
          <a:prstGeom prst="rect">
            <a:avLst/>
          </a:prstGeom>
          <a:solidFill>
            <a:srgbClr val="002F6C">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EAD56DB-EC4B-6A19-2F8A-555D961BF741}"/>
              </a:ext>
            </a:extLst>
          </p:cNvPr>
          <p:cNvSpPr/>
          <p:nvPr/>
        </p:nvSpPr>
        <p:spPr>
          <a:xfrm>
            <a:off x="1239520" y="3423920"/>
            <a:ext cx="5638358" cy="3434081"/>
          </a:xfrm>
          <a:prstGeom prst="rect">
            <a:avLst/>
          </a:prstGeom>
          <a:solidFill>
            <a:schemeClr val="bg1">
              <a:alpha val="9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3" name="Subtitle 2">
            <a:extLst>
              <a:ext uri="{FF2B5EF4-FFF2-40B4-BE49-F238E27FC236}">
                <a16:creationId xmlns:a16="http://schemas.microsoft.com/office/drawing/2014/main" id="{AC1ADD3D-A8CB-4047-897C-0E1F55F25716}"/>
              </a:ext>
            </a:extLst>
          </p:cNvPr>
          <p:cNvSpPr>
            <a:spLocks noGrp="1"/>
          </p:cNvSpPr>
          <p:nvPr>
            <p:ph type="subTitle" idx="1"/>
          </p:nvPr>
        </p:nvSpPr>
        <p:spPr>
          <a:xfrm>
            <a:off x="1524000" y="5685182"/>
            <a:ext cx="2789584" cy="805069"/>
          </a:xfrm>
        </p:spPr>
        <p:txBody>
          <a:bodyPr>
            <a:noAutofit/>
          </a:bodyPr>
          <a:lstStyle>
            <a:lvl1pPr marL="0" indent="0" algn="l">
              <a:buNone/>
              <a:defRPr sz="1600">
                <a:solidFill>
                  <a:schemeClr val="tx1"/>
                </a:solidFill>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 name="Title 1">
            <a:extLst>
              <a:ext uri="{FF2B5EF4-FFF2-40B4-BE49-F238E27FC236}">
                <a16:creationId xmlns:a16="http://schemas.microsoft.com/office/drawing/2014/main" id="{EFD9607C-634E-4669-BEF4-CEC84AA9E11C}"/>
              </a:ext>
            </a:extLst>
          </p:cNvPr>
          <p:cNvSpPr>
            <a:spLocks noGrp="1"/>
          </p:cNvSpPr>
          <p:nvPr>
            <p:ph type="ctrTitle"/>
          </p:nvPr>
        </p:nvSpPr>
        <p:spPr>
          <a:xfrm>
            <a:off x="1524000" y="3727174"/>
            <a:ext cx="5025887" cy="1798983"/>
          </a:xfrm>
          <a:prstGeom prst="rect">
            <a:avLst/>
          </a:prstGeom>
        </p:spPr>
        <p:txBody>
          <a:bodyPr anchor="b">
            <a:normAutofit/>
          </a:bodyPr>
          <a:lstStyle>
            <a:lvl1pPr algn="l">
              <a:defRPr sz="3600" b="1">
                <a:solidFill>
                  <a:schemeClr val="tx1"/>
                </a:solidFill>
                <a:latin typeface="Aptos" panose="020B0004020202020204" pitchFamily="34" charset="0"/>
              </a:defRPr>
            </a:lvl1pPr>
          </a:lstStyle>
          <a:p>
            <a:r>
              <a:rPr lang="en-US"/>
              <a:t>Click to edit Master title style</a:t>
            </a:r>
          </a:p>
        </p:txBody>
      </p:sp>
      <p:pic>
        <p:nvPicPr>
          <p:cNvPr id="6" name="Picture 5">
            <a:extLst>
              <a:ext uri="{FF2B5EF4-FFF2-40B4-BE49-F238E27FC236}">
                <a16:creationId xmlns:a16="http://schemas.microsoft.com/office/drawing/2014/main" id="{EFAE9579-AFFE-7DC6-B86A-7C01224414A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647127" y="5887981"/>
            <a:ext cx="897746" cy="602194"/>
          </a:xfrm>
          <a:prstGeom prst="rect">
            <a:avLst/>
          </a:prstGeom>
        </p:spPr>
      </p:pic>
    </p:spTree>
    <p:extLst>
      <p:ext uri="{BB962C8B-B14F-4D97-AF65-F5344CB8AC3E}">
        <p14:creationId xmlns:p14="http://schemas.microsoft.com/office/powerpoint/2010/main" val="3964629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7DC417B-4BFF-4A16-98EB-3F85B1D0FF9B}"/>
              </a:ext>
            </a:extLst>
          </p:cNvPr>
          <p:cNvSpPr>
            <a:spLocks noGrp="1"/>
          </p:cNvSpPr>
          <p:nvPr>
            <p:ph type="body" sz="quarter" idx="19" hasCustomPrompt="1"/>
          </p:nvPr>
        </p:nvSpPr>
        <p:spPr>
          <a:xfrm>
            <a:off x="4490770" y="1630363"/>
            <a:ext cx="7307263" cy="4465637"/>
          </a:xfrm>
        </p:spPr>
        <p:txBody>
          <a:bodyPr anchor="t">
            <a:noAutofit/>
          </a:bodyPr>
          <a:lstStyle>
            <a:lvl1pPr marL="0" indent="0">
              <a:spcBef>
                <a:spcPts val="2600"/>
              </a:spcBef>
              <a:spcAft>
                <a:spcPts val="0"/>
              </a:spcAft>
              <a:buNone/>
              <a:defRPr sz="2400" u="none">
                <a:solidFill>
                  <a:schemeClr val="tx1"/>
                </a:solidFill>
                <a:latin typeface="Aptos" panose="020B0004020202020204" pitchFamily="34" charset="0"/>
              </a:defRPr>
            </a:lvl1pPr>
            <a:lvl2pPr>
              <a:spcBef>
                <a:spcPts val="1400"/>
              </a:spcBef>
              <a:spcAft>
                <a:spcPts val="0"/>
              </a:spcAft>
              <a:buClr>
                <a:schemeClr val="accent1"/>
              </a:buClr>
              <a:buFont typeface="Arial" panose="020B0604020202020204" pitchFamily="34" charset="0"/>
              <a:buChar char="•"/>
              <a:defRPr sz="2000">
                <a:solidFill>
                  <a:schemeClr val="tx1"/>
                </a:solidFill>
                <a:latin typeface="Aptos" panose="020B0004020202020204" pitchFamily="34" charset="0"/>
              </a:defRPr>
            </a:lvl2pPr>
            <a:lvl3pPr>
              <a:spcBef>
                <a:spcPts val="2000"/>
              </a:spcBef>
              <a:spcAft>
                <a:spcPts val="0"/>
              </a:spcAft>
              <a:buNone/>
              <a:defRPr sz="1800">
                <a:solidFill>
                  <a:schemeClr val="tx1"/>
                </a:solidFill>
                <a:latin typeface="Aptos" panose="020B0004020202020204" pitchFamily="34" charset="0"/>
              </a:defRPr>
            </a:lvl3pPr>
            <a:lvl4pPr>
              <a:spcBef>
                <a:spcPts val="2000"/>
              </a:spcBef>
              <a:spcAft>
                <a:spcPts val="0"/>
              </a:spcAft>
              <a:buNone/>
              <a:defRPr sz="1600">
                <a:solidFill>
                  <a:schemeClr val="tx1"/>
                </a:solidFill>
                <a:latin typeface="Aptos" panose="020B0004020202020204" pitchFamily="34" charset="0"/>
              </a:defRPr>
            </a:lvl4pPr>
            <a:lvl5pPr>
              <a:spcBef>
                <a:spcPts val="2000"/>
              </a:spcBef>
              <a:spcAft>
                <a:spcPts val="0"/>
              </a:spcAft>
              <a:buNone/>
              <a:defRPr sz="1600">
                <a:solidFill>
                  <a:schemeClr val="tx1"/>
                </a:solidFill>
                <a:latin typeface="Aptos" panose="020B0004020202020204" pitchFamily="34" charset="0"/>
              </a:defRPr>
            </a:lvl5pPr>
          </a:lstStyle>
          <a:p>
            <a:pPr lvl="0"/>
            <a:r>
              <a:rPr lang="en-US"/>
              <a:t>Click to edit Agenda. Write out a list of agenda items</a:t>
            </a:r>
          </a:p>
          <a:p>
            <a:pPr lvl="1"/>
            <a:r>
              <a:rPr lang="en-US"/>
              <a:t>Subsequent bullets can resemble this format</a:t>
            </a:r>
          </a:p>
          <a:p>
            <a:pPr lvl="0"/>
            <a:r>
              <a:rPr lang="en-US"/>
              <a:t>Then add a BLUE outlined curved rectangle to demonstrate where you are on the agenda throughout the deck</a:t>
            </a:r>
          </a:p>
          <a:p>
            <a:pPr lvl="1"/>
            <a:r>
              <a:rPr lang="en-US"/>
              <a:t>Subsequent bullets can resemble this format</a:t>
            </a:r>
          </a:p>
        </p:txBody>
      </p:sp>
      <p:sp>
        <p:nvSpPr>
          <p:cNvPr id="2" name="Title 1">
            <a:extLst>
              <a:ext uri="{FF2B5EF4-FFF2-40B4-BE49-F238E27FC236}">
                <a16:creationId xmlns:a16="http://schemas.microsoft.com/office/drawing/2014/main" id="{72D50123-EA04-4CE4-968B-4C4C871BE3E3}"/>
              </a:ext>
            </a:extLst>
          </p:cNvPr>
          <p:cNvSpPr>
            <a:spLocks noGrp="1"/>
          </p:cNvSpPr>
          <p:nvPr>
            <p:ph type="title" hasCustomPrompt="1"/>
          </p:nvPr>
        </p:nvSpPr>
        <p:spPr>
          <a:xfrm>
            <a:off x="4490663" y="583991"/>
            <a:ext cx="5922172" cy="422275"/>
          </a:xfrm>
          <a:prstGeom prst="rect">
            <a:avLst/>
          </a:prstGeom>
        </p:spPr>
        <p:txBody>
          <a:bodyPr>
            <a:noAutofit/>
          </a:bodyPr>
          <a:lstStyle>
            <a:lvl1pPr>
              <a:defRPr sz="2800" b="1">
                <a:solidFill>
                  <a:schemeClr val="tx1"/>
                </a:solidFill>
                <a:latin typeface="Aptos" panose="020B0004020202020204" pitchFamily="34" charset="0"/>
              </a:defRPr>
            </a:lvl1pPr>
          </a:lstStyle>
          <a:p>
            <a:r>
              <a:rPr lang="en-US"/>
              <a:t>Suggest writing “Agenda” here</a:t>
            </a:r>
          </a:p>
        </p:txBody>
      </p:sp>
      <p:sp>
        <p:nvSpPr>
          <p:cNvPr id="18" name="Text Placeholder 17">
            <a:extLst>
              <a:ext uri="{FF2B5EF4-FFF2-40B4-BE49-F238E27FC236}">
                <a16:creationId xmlns:a16="http://schemas.microsoft.com/office/drawing/2014/main" id="{E069446C-59D0-43CB-9381-66142C7074F1}"/>
              </a:ext>
            </a:extLst>
          </p:cNvPr>
          <p:cNvSpPr>
            <a:spLocks noGrp="1"/>
          </p:cNvSpPr>
          <p:nvPr>
            <p:ph type="body" sz="quarter" idx="13" hasCustomPrompt="1"/>
          </p:nvPr>
        </p:nvSpPr>
        <p:spPr>
          <a:xfrm>
            <a:off x="4490663" y="249782"/>
            <a:ext cx="5922172" cy="422275"/>
          </a:xfrm>
        </p:spPr>
        <p:txBody>
          <a:bodyPr>
            <a:noAutofit/>
          </a:bodyPr>
          <a:lstStyle>
            <a:lvl1pPr marL="0" indent="0">
              <a:buNone/>
              <a:defRPr sz="1800">
                <a:solidFill>
                  <a:schemeClr val="tx1"/>
                </a:solidFill>
                <a:latin typeface="Aptos" panose="020B0004020202020204" pitchFamily="34" charset="0"/>
              </a:defRPr>
            </a:lvl1pPr>
          </a:lstStyle>
          <a:p>
            <a:pPr lvl="0"/>
            <a:r>
              <a:rPr lang="en-US"/>
              <a:t>This is an Agenda Slide. I suggest writing “Welcome”</a:t>
            </a:r>
          </a:p>
        </p:txBody>
      </p:sp>
      <p:sp>
        <p:nvSpPr>
          <p:cNvPr id="15" name="Slide Number Placeholder 11">
            <a:extLst>
              <a:ext uri="{FF2B5EF4-FFF2-40B4-BE49-F238E27FC236}">
                <a16:creationId xmlns:a16="http://schemas.microsoft.com/office/drawing/2014/main" id="{B3CB2096-0818-4B72-B156-BBD317BC46E1}"/>
              </a:ext>
            </a:extLst>
          </p:cNvPr>
          <p:cNvSpPr txBox="1">
            <a:spLocks/>
          </p:cNvSpPr>
          <p:nvPr/>
        </p:nvSpPr>
        <p:spPr>
          <a:xfrm>
            <a:off x="11669442" y="6293567"/>
            <a:ext cx="37642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2">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452812-C10A-4AB2-8074-0CB7DB09664E}" type="slidenum">
              <a:rPr lang="en-US" smtClean="0">
                <a:solidFill>
                  <a:schemeClr val="bg1">
                    <a:lumMod val="65000"/>
                  </a:schemeClr>
                </a:solidFill>
                <a:latin typeface="Aptos" panose="020B0004020202020204" pitchFamily="34" charset="0"/>
              </a:rPr>
              <a:pPr/>
              <a:t>‹#›</a:t>
            </a:fld>
            <a:endParaRPr lang="en-US">
              <a:solidFill>
                <a:schemeClr val="bg1">
                  <a:lumMod val="65000"/>
                </a:schemeClr>
              </a:solidFill>
              <a:latin typeface="Aptos" panose="020B0004020202020204" pitchFamily="34" charset="0"/>
            </a:endParaRPr>
          </a:p>
        </p:txBody>
      </p:sp>
      <p:pic>
        <p:nvPicPr>
          <p:cNvPr id="9" name="Picture 8" descr="Looking up view of tall buildings&#10;&#10;Description automatically generated">
            <a:extLst>
              <a:ext uri="{FF2B5EF4-FFF2-40B4-BE49-F238E27FC236}">
                <a16:creationId xmlns:a16="http://schemas.microsoft.com/office/drawing/2014/main" id="{2B32D060-BB86-E3FE-DA2C-EB4FEB6D7158}"/>
              </a:ext>
            </a:extLst>
          </p:cNvPr>
          <p:cNvPicPr>
            <a:picLocks noChangeAspect="1"/>
          </p:cNvPicPr>
          <p:nvPr/>
        </p:nvPicPr>
        <p:blipFill rotWithShape="1">
          <a:blip r:embed="rId2">
            <a:extLst>
              <a:ext uri="{28A0092B-C50C-407E-A947-70E740481C1C}">
                <a14:useLocalDpi xmlns:a14="http://schemas.microsoft.com/office/drawing/2010/main" val="0"/>
              </a:ext>
            </a:extLst>
          </a:blip>
          <a:srcRect l="28177" r="7676"/>
          <a:stretch/>
        </p:blipFill>
        <p:spPr>
          <a:xfrm>
            <a:off x="0" y="-3926"/>
            <a:ext cx="4170254" cy="6865852"/>
          </a:xfrm>
          <a:prstGeom prst="rect">
            <a:avLst/>
          </a:prstGeom>
        </p:spPr>
      </p:pic>
      <p:pic>
        <p:nvPicPr>
          <p:cNvPr id="3" name="Picture 2" descr="A black and grey logo&#10;&#10;Description automatically generated">
            <a:extLst>
              <a:ext uri="{FF2B5EF4-FFF2-40B4-BE49-F238E27FC236}">
                <a16:creationId xmlns:a16="http://schemas.microsoft.com/office/drawing/2014/main" id="{52772B7B-5BDE-8237-8DEF-DAC92708D1BD}"/>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10523307" y="6369040"/>
            <a:ext cx="1059895" cy="214179"/>
          </a:xfrm>
          <a:prstGeom prst="rect">
            <a:avLst/>
          </a:prstGeom>
        </p:spPr>
      </p:pic>
      <p:sp>
        <p:nvSpPr>
          <p:cNvPr id="7" name="Footer Placeholder 5">
            <a:extLst>
              <a:ext uri="{FF2B5EF4-FFF2-40B4-BE49-F238E27FC236}">
                <a16:creationId xmlns:a16="http://schemas.microsoft.com/office/drawing/2014/main" id="{62C5AB21-3EB8-7783-4D01-B1EF5E66D43F}"/>
              </a:ext>
            </a:extLst>
          </p:cNvPr>
          <p:cNvSpPr txBox="1">
            <a:spLocks/>
          </p:cNvSpPr>
          <p:nvPr/>
        </p:nvSpPr>
        <p:spPr>
          <a:xfrm>
            <a:off x="4002138" y="6529613"/>
            <a:ext cx="4187724" cy="365125"/>
          </a:xfrm>
          <a:prstGeom prst="rect">
            <a:avLst/>
          </a:prstGeom>
        </p:spPr>
        <p:txBody>
          <a:bodyPr vert="horz" lIns="91440" tIns="45720" rIns="91440" bIns="45720" rtlCol="0" anchor="ct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2026 Kaizen Analytix LLC   |   All Rights Reserved.  CONFIDENTIAL &amp; PROPRIETARY</a:t>
            </a:r>
          </a:p>
        </p:txBody>
      </p:sp>
    </p:spTree>
    <p:extLst>
      <p:ext uri="{BB962C8B-B14F-4D97-AF65-F5344CB8AC3E}">
        <p14:creationId xmlns:p14="http://schemas.microsoft.com/office/powerpoint/2010/main" val="4057264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Title, Subtitle, and Blank Space">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E7EDB9-0084-4E7E-23C5-CF047153D92A}"/>
              </a:ext>
            </a:extLst>
          </p:cNvPr>
          <p:cNvSpPr>
            <a:spLocks noGrp="1"/>
          </p:cNvSpPr>
          <p:nvPr>
            <p:ph type="title"/>
          </p:nvPr>
        </p:nvSpPr>
        <p:spPr>
          <a:xfrm>
            <a:off x="1232454" y="-55043"/>
            <a:ext cx="10508108" cy="941185"/>
          </a:xfrm>
          <a:prstGeom prst="rect">
            <a:avLst/>
          </a:prstGeom>
        </p:spPr>
        <p:txBody>
          <a:bodyPr>
            <a:noAutofit/>
          </a:bodyPr>
          <a:lstStyle>
            <a:lvl1pPr>
              <a:defRPr sz="2800" b="1">
                <a:solidFill>
                  <a:schemeClr val="tx1"/>
                </a:solidFill>
                <a:latin typeface="Aptos" panose="020B0004020202020204" pitchFamily="34" charset="0"/>
              </a:defRPr>
            </a:lvl1pPr>
          </a:lstStyle>
          <a:p>
            <a:r>
              <a:rPr lang="en-US"/>
              <a:t>Click to edit Master title style</a:t>
            </a:r>
          </a:p>
        </p:txBody>
      </p:sp>
      <p:sp>
        <p:nvSpPr>
          <p:cNvPr id="4" name="Text Placeholder 16">
            <a:extLst>
              <a:ext uri="{FF2B5EF4-FFF2-40B4-BE49-F238E27FC236}">
                <a16:creationId xmlns:a16="http://schemas.microsoft.com/office/drawing/2014/main" id="{1F8A2160-5D6D-4F37-B102-667010DF0DCF}"/>
              </a:ext>
            </a:extLst>
          </p:cNvPr>
          <p:cNvSpPr>
            <a:spLocks noGrp="1"/>
          </p:cNvSpPr>
          <p:nvPr>
            <p:ph type="body" sz="quarter" idx="13"/>
          </p:nvPr>
        </p:nvSpPr>
        <p:spPr>
          <a:xfrm>
            <a:off x="1232454" y="568623"/>
            <a:ext cx="10508108" cy="317519"/>
          </a:xfrm>
        </p:spPr>
        <p:txBody>
          <a:bodyPr>
            <a:noAutofit/>
          </a:bodyPr>
          <a:lstStyle>
            <a:lvl1pPr>
              <a:buNone/>
              <a:defRPr sz="1800">
                <a:solidFill>
                  <a:schemeClr val="tx1"/>
                </a:solidFill>
                <a:latin typeface="Aptos" panose="020B0004020202020204" pitchFamily="34" charset="0"/>
              </a:defRPr>
            </a:lvl1pPr>
          </a:lstStyle>
          <a:p>
            <a:pPr lvl="0"/>
            <a:r>
              <a:rPr lang="en-US"/>
              <a:t>Click to edit Master text styles</a:t>
            </a:r>
          </a:p>
        </p:txBody>
      </p:sp>
      <p:pic>
        <p:nvPicPr>
          <p:cNvPr id="5" name="Picture 4">
            <a:extLst>
              <a:ext uri="{FF2B5EF4-FFF2-40B4-BE49-F238E27FC236}">
                <a16:creationId xmlns:a16="http://schemas.microsoft.com/office/drawing/2014/main" id="{367AE023-7864-539E-EF31-0CB935DCF34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68904" y="259935"/>
            <a:ext cx="549532" cy="548640"/>
          </a:xfrm>
          <a:prstGeom prst="rect">
            <a:avLst/>
          </a:prstGeom>
        </p:spPr>
      </p:pic>
      <p:cxnSp>
        <p:nvCxnSpPr>
          <p:cNvPr id="6" name="Straight Connector 5">
            <a:extLst>
              <a:ext uri="{FF2B5EF4-FFF2-40B4-BE49-F238E27FC236}">
                <a16:creationId xmlns:a16="http://schemas.microsoft.com/office/drawing/2014/main" id="{272446E7-3608-0DAA-3254-1695B8FB0065}"/>
              </a:ext>
            </a:extLst>
          </p:cNvPr>
          <p:cNvCxnSpPr>
            <a:cxnSpLocks/>
          </p:cNvCxnSpPr>
          <p:nvPr/>
        </p:nvCxnSpPr>
        <p:spPr>
          <a:xfrm>
            <a:off x="1075445" y="273669"/>
            <a:ext cx="0" cy="55778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sp>
        <p:nvSpPr>
          <p:cNvPr id="7" name="Slide Number Placeholder 11">
            <a:extLst>
              <a:ext uri="{FF2B5EF4-FFF2-40B4-BE49-F238E27FC236}">
                <a16:creationId xmlns:a16="http://schemas.microsoft.com/office/drawing/2014/main" id="{AC791881-5F59-7223-5F4E-37E3A7327C4B}"/>
              </a:ext>
            </a:extLst>
          </p:cNvPr>
          <p:cNvSpPr txBox="1">
            <a:spLocks/>
          </p:cNvSpPr>
          <p:nvPr/>
        </p:nvSpPr>
        <p:spPr>
          <a:xfrm>
            <a:off x="11669442" y="6293567"/>
            <a:ext cx="37642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2">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452812-C10A-4AB2-8074-0CB7DB09664E}" type="slidenum">
              <a:rPr lang="en-US" smtClean="0">
                <a:solidFill>
                  <a:schemeClr val="bg1">
                    <a:lumMod val="65000"/>
                  </a:schemeClr>
                </a:solidFill>
                <a:latin typeface="Aptos" panose="020B0004020202020204" pitchFamily="34" charset="0"/>
              </a:rPr>
              <a:pPr/>
              <a:t>‹#›</a:t>
            </a:fld>
            <a:endParaRPr lang="en-US">
              <a:solidFill>
                <a:schemeClr val="bg1">
                  <a:lumMod val="65000"/>
                </a:schemeClr>
              </a:solidFill>
              <a:latin typeface="Aptos" panose="020B0004020202020204" pitchFamily="34" charset="0"/>
            </a:endParaRPr>
          </a:p>
        </p:txBody>
      </p:sp>
      <p:sp>
        <p:nvSpPr>
          <p:cNvPr id="10" name="Footer Placeholder 5">
            <a:extLst>
              <a:ext uri="{FF2B5EF4-FFF2-40B4-BE49-F238E27FC236}">
                <a16:creationId xmlns:a16="http://schemas.microsoft.com/office/drawing/2014/main" id="{6F2DC877-E1D5-AD28-10C1-D572F553ABDB}"/>
              </a:ext>
            </a:extLst>
          </p:cNvPr>
          <p:cNvSpPr txBox="1">
            <a:spLocks/>
          </p:cNvSpPr>
          <p:nvPr/>
        </p:nvSpPr>
        <p:spPr>
          <a:xfrm>
            <a:off x="4002138" y="6529613"/>
            <a:ext cx="4187724" cy="365125"/>
          </a:xfrm>
          <a:prstGeom prst="rect">
            <a:avLst/>
          </a:prstGeom>
        </p:spPr>
        <p:txBody>
          <a:bodyPr vert="horz" lIns="91440" tIns="45720" rIns="91440" bIns="45720" rtlCol="0" anchor="ct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2026 Kaizen Analytix LLC   |   All Rights Reserved.  CONFIDENTIAL &amp; PROPRIETARY</a:t>
            </a:r>
          </a:p>
        </p:txBody>
      </p:sp>
      <p:sp>
        <p:nvSpPr>
          <p:cNvPr id="2" name="Footer Placeholder 5">
            <a:extLst>
              <a:ext uri="{FF2B5EF4-FFF2-40B4-BE49-F238E27FC236}">
                <a16:creationId xmlns:a16="http://schemas.microsoft.com/office/drawing/2014/main" id="{BF70D2EB-A8F6-DDC2-97FA-34FD414EED56}"/>
              </a:ext>
            </a:extLst>
          </p:cNvPr>
          <p:cNvSpPr txBox="1">
            <a:spLocks/>
          </p:cNvSpPr>
          <p:nvPr userDrawn="1"/>
        </p:nvSpPr>
        <p:spPr>
          <a:xfrm>
            <a:off x="4002138" y="6529613"/>
            <a:ext cx="4187724" cy="365125"/>
          </a:xfrm>
          <a:prstGeom prst="rect">
            <a:avLst/>
          </a:prstGeom>
        </p:spPr>
        <p:txBody>
          <a:bodyPr vert="horz" lIns="91440" tIns="45720" rIns="91440" bIns="45720" rtlCol="0" anchor="ct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2025 Kaizen Analytix LLC   |   All Rights Reserved.  CONFIDENTIAL &amp; PROPRIETARY</a:t>
            </a:r>
          </a:p>
        </p:txBody>
      </p:sp>
    </p:spTree>
    <p:extLst>
      <p:ext uri="{BB962C8B-B14F-4D97-AF65-F5344CB8AC3E}">
        <p14:creationId xmlns:p14="http://schemas.microsoft.com/office/powerpoint/2010/main" val="9176099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ubtitle, and Blank Space, Grey">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9E05A37-C8CF-2AC0-D4E3-16EA27CC33E8}"/>
              </a:ext>
            </a:extLst>
          </p:cNvPr>
          <p:cNvSpPr/>
          <p:nvPr/>
        </p:nvSpPr>
        <p:spPr>
          <a:xfrm>
            <a:off x="0" y="-1"/>
            <a:ext cx="12192000" cy="10708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Aptos" panose="020B0004020202020204" pitchFamily="34" charset="0"/>
            </a:endParaRPr>
          </a:p>
        </p:txBody>
      </p:sp>
      <p:sp>
        <p:nvSpPr>
          <p:cNvPr id="7" name="Title 1">
            <a:extLst>
              <a:ext uri="{FF2B5EF4-FFF2-40B4-BE49-F238E27FC236}">
                <a16:creationId xmlns:a16="http://schemas.microsoft.com/office/drawing/2014/main" id="{8E702B66-FE02-3A45-02E7-06D5C6451B68}"/>
              </a:ext>
            </a:extLst>
          </p:cNvPr>
          <p:cNvSpPr>
            <a:spLocks noGrp="1"/>
          </p:cNvSpPr>
          <p:nvPr>
            <p:ph type="title"/>
          </p:nvPr>
        </p:nvSpPr>
        <p:spPr>
          <a:xfrm>
            <a:off x="1232454" y="-55043"/>
            <a:ext cx="10508108" cy="941185"/>
          </a:xfrm>
          <a:prstGeom prst="rect">
            <a:avLst/>
          </a:prstGeom>
        </p:spPr>
        <p:txBody>
          <a:bodyPr>
            <a:noAutofit/>
          </a:bodyPr>
          <a:lstStyle>
            <a:lvl1pPr>
              <a:defRPr sz="2800" b="1">
                <a:solidFill>
                  <a:schemeClr val="tx1"/>
                </a:solidFill>
                <a:latin typeface="Aptos" panose="020B0004020202020204" pitchFamily="34" charset="0"/>
              </a:defRPr>
            </a:lvl1pPr>
          </a:lstStyle>
          <a:p>
            <a:r>
              <a:rPr lang="en-US"/>
              <a:t>Click to edit Master title style</a:t>
            </a:r>
          </a:p>
        </p:txBody>
      </p:sp>
      <p:sp>
        <p:nvSpPr>
          <p:cNvPr id="8" name="Text Placeholder 16">
            <a:extLst>
              <a:ext uri="{FF2B5EF4-FFF2-40B4-BE49-F238E27FC236}">
                <a16:creationId xmlns:a16="http://schemas.microsoft.com/office/drawing/2014/main" id="{A78A7F26-6FCD-BD8C-B0F5-E99A5DD6AEF9}"/>
              </a:ext>
            </a:extLst>
          </p:cNvPr>
          <p:cNvSpPr>
            <a:spLocks noGrp="1"/>
          </p:cNvSpPr>
          <p:nvPr>
            <p:ph type="body" sz="quarter" idx="13"/>
          </p:nvPr>
        </p:nvSpPr>
        <p:spPr>
          <a:xfrm>
            <a:off x="1232454" y="568623"/>
            <a:ext cx="10508108" cy="317519"/>
          </a:xfrm>
        </p:spPr>
        <p:txBody>
          <a:bodyPr>
            <a:noAutofit/>
          </a:bodyPr>
          <a:lstStyle>
            <a:lvl1pPr>
              <a:buNone/>
              <a:defRPr sz="1800">
                <a:solidFill>
                  <a:schemeClr val="tx1"/>
                </a:solidFill>
                <a:latin typeface="Aptos" panose="020B0004020202020204" pitchFamily="34" charset="0"/>
              </a:defRPr>
            </a:lvl1pPr>
          </a:lstStyle>
          <a:p>
            <a:pPr lvl="0"/>
            <a:r>
              <a:rPr lang="en-US"/>
              <a:t>Click to edit Master text styles</a:t>
            </a:r>
          </a:p>
        </p:txBody>
      </p:sp>
      <p:pic>
        <p:nvPicPr>
          <p:cNvPr id="9" name="Picture 8">
            <a:extLst>
              <a:ext uri="{FF2B5EF4-FFF2-40B4-BE49-F238E27FC236}">
                <a16:creationId xmlns:a16="http://schemas.microsoft.com/office/drawing/2014/main" id="{993851F7-3E4C-C5F9-BA39-58E5C56F9DD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68904" y="259935"/>
            <a:ext cx="549532" cy="548640"/>
          </a:xfrm>
          <a:prstGeom prst="rect">
            <a:avLst/>
          </a:prstGeom>
        </p:spPr>
      </p:pic>
      <p:cxnSp>
        <p:nvCxnSpPr>
          <p:cNvPr id="11" name="Straight Connector 10">
            <a:extLst>
              <a:ext uri="{FF2B5EF4-FFF2-40B4-BE49-F238E27FC236}">
                <a16:creationId xmlns:a16="http://schemas.microsoft.com/office/drawing/2014/main" id="{41D08EDB-0B19-5652-A477-CB3B9070E338}"/>
              </a:ext>
            </a:extLst>
          </p:cNvPr>
          <p:cNvCxnSpPr>
            <a:cxnSpLocks/>
          </p:cNvCxnSpPr>
          <p:nvPr/>
        </p:nvCxnSpPr>
        <p:spPr>
          <a:xfrm>
            <a:off x="1075445" y="273669"/>
            <a:ext cx="0" cy="55778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sp>
        <p:nvSpPr>
          <p:cNvPr id="4" name="Slide Number Placeholder 11">
            <a:extLst>
              <a:ext uri="{FF2B5EF4-FFF2-40B4-BE49-F238E27FC236}">
                <a16:creationId xmlns:a16="http://schemas.microsoft.com/office/drawing/2014/main" id="{A1660FAB-01F3-54A6-D136-6A82CC95E9A3}"/>
              </a:ext>
            </a:extLst>
          </p:cNvPr>
          <p:cNvSpPr txBox="1">
            <a:spLocks/>
          </p:cNvSpPr>
          <p:nvPr/>
        </p:nvSpPr>
        <p:spPr>
          <a:xfrm>
            <a:off x="11669442" y="6293567"/>
            <a:ext cx="37642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2">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452812-C10A-4AB2-8074-0CB7DB09664E}" type="slidenum">
              <a:rPr lang="en-US" smtClean="0">
                <a:solidFill>
                  <a:schemeClr val="bg1">
                    <a:lumMod val="65000"/>
                  </a:schemeClr>
                </a:solidFill>
                <a:latin typeface="Aptos" panose="020B0004020202020204" pitchFamily="34" charset="0"/>
              </a:rPr>
              <a:pPr/>
              <a:t>‹#›</a:t>
            </a:fld>
            <a:endParaRPr lang="en-US">
              <a:solidFill>
                <a:schemeClr val="bg1">
                  <a:lumMod val="65000"/>
                </a:schemeClr>
              </a:solidFill>
              <a:latin typeface="Aptos" panose="020B0004020202020204" pitchFamily="34" charset="0"/>
            </a:endParaRPr>
          </a:p>
        </p:txBody>
      </p:sp>
      <p:sp>
        <p:nvSpPr>
          <p:cNvPr id="2" name="Footer Placeholder 5">
            <a:extLst>
              <a:ext uri="{FF2B5EF4-FFF2-40B4-BE49-F238E27FC236}">
                <a16:creationId xmlns:a16="http://schemas.microsoft.com/office/drawing/2014/main" id="{2FDE0DA0-CB5E-EA04-9CD9-1BC1FD78216D}"/>
              </a:ext>
            </a:extLst>
          </p:cNvPr>
          <p:cNvSpPr txBox="1">
            <a:spLocks/>
          </p:cNvSpPr>
          <p:nvPr/>
        </p:nvSpPr>
        <p:spPr>
          <a:xfrm>
            <a:off x="4002138" y="6529613"/>
            <a:ext cx="4187724" cy="365125"/>
          </a:xfrm>
          <a:prstGeom prst="rect">
            <a:avLst/>
          </a:prstGeom>
        </p:spPr>
        <p:txBody>
          <a:bodyPr vert="horz" lIns="91440" tIns="45720" rIns="91440" bIns="45720" rtlCol="0" anchor="ct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2026 Kaizen Analytix LLC   |   All Rights Reserved.  CONFIDENTIAL &amp; PROPRIETARY</a:t>
            </a:r>
          </a:p>
        </p:txBody>
      </p:sp>
    </p:spTree>
    <p:extLst>
      <p:ext uri="{BB962C8B-B14F-4D97-AF65-F5344CB8AC3E}">
        <p14:creationId xmlns:p14="http://schemas.microsoft.com/office/powerpoint/2010/main" val="2068301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bg>
      <p:bgPr>
        <a:solidFill>
          <a:schemeClr val="bg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34F8A57-04A0-797C-8E4E-506E81582B62}"/>
              </a:ext>
            </a:extLst>
          </p:cNvPr>
          <p:cNvSpPr>
            <a:spLocks noGrp="1"/>
          </p:cNvSpPr>
          <p:nvPr>
            <p:ph sz="quarter" idx="14"/>
          </p:nvPr>
        </p:nvSpPr>
        <p:spPr>
          <a:xfrm>
            <a:off x="431238" y="1335805"/>
            <a:ext cx="11309912" cy="4957680"/>
          </a:xfrm>
        </p:spPr>
        <p:txBody>
          <a:bodyPr>
            <a:noAutofit/>
          </a:bodyPr>
          <a:lstStyle>
            <a:lvl1pPr>
              <a:defRPr>
                <a:solidFill>
                  <a:schemeClr val="tx2"/>
                </a:solidFill>
                <a:latin typeface="Aptos" panose="020B0004020202020204" pitchFamily="34" charset="0"/>
              </a:defRPr>
            </a:lvl1pPr>
            <a:lvl2pPr>
              <a:defRPr>
                <a:solidFill>
                  <a:schemeClr val="tx2"/>
                </a:solidFill>
                <a:latin typeface="Aptos" panose="020B0004020202020204" pitchFamily="34" charset="0"/>
              </a:defRPr>
            </a:lvl2pPr>
            <a:lvl3pPr>
              <a:defRPr>
                <a:solidFill>
                  <a:schemeClr val="tx2"/>
                </a:solidFill>
                <a:latin typeface="Aptos" panose="020B0004020202020204" pitchFamily="34" charset="0"/>
              </a:defRPr>
            </a:lvl3pPr>
            <a:lvl4pPr>
              <a:defRPr>
                <a:solidFill>
                  <a:schemeClr val="tx2"/>
                </a:solidFill>
                <a:latin typeface="Aptos" panose="020B0004020202020204" pitchFamily="34" charset="0"/>
              </a:defRPr>
            </a:lvl4pPr>
            <a:lvl5pPr>
              <a:defRPr>
                <a:solidFill>
                  <a:schemeClr val="tx2"/>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a:extLst>
              <a:ext uri="{FF2B5EF4-FFF2-40B4-BE49-F238E27FC236}">
                <a16:creationId xmlns:a16="http://schemas.microsoft.com/office/drawing/2014/main" id="{28DA2B9F-6EC1-1642-3F29-A3E756C984C8}"/>
              </a:ext>
            </a:extLst>
          </p:cNvPr>
          <p:cNvSpPr>
            <a:spLocks noGrp="1"/>
          </p:cNvSpPr>
          <p:nvPr>
            <p:ph type="title"/>
          </p:nvPr>
        </p:nvSpPr>
        <p:spPr>
          <a:xfrm>
            <a:off x="1232454" y="-55043"/>
            <a:ext cx="10508108" cy="941185"/>
          </a:xfrm>
          <a:prstGeom prst="rect">
            <a:avLst/>
          </a:prstGeom>
        </p:spPr>
        <p:txBody>
          <a:bodyPr>
            <a:noAutofit/>
          </a:bodyPr>
          <a:lstStyle>
            <a:lvl1pPr>
              <a:defRPr sz="2800" b="1">
                <a:solidFill>
                  <a:schemeClr val="tx2"/>
                </a:solidFill>
                <a:latin typeface="Aptos" panose="020B0004020202020204" pitchFamily="34" charset="0"/>
              </a:defRPr>
            </a:lvl1pPr>
          </a:lstStyle>
          <a:p>
            <a:r>
              <a:rPr lang="en-US"/>
              <a:t>Click to edit Master title style</a:t>
            </a:r>
          </a:p>
        </p:txBody>
      </p:sp>
      <p:sp>
        <p:nvSpPr>
          <p:cNvPr id="9" name="Text Placeholder 16">
            <a:extLst>
              <a:ext uri="{FF2B5EF4-FFF2-40B4-BE49-F238E27FC236}">
                <a16:creationId xmlns:a16="http://schemas.microsoft.com/office/drawing/2014/main" id="{275FD0BB-7EE2-C831-73E1-CC2B97B50D2E}"/>
              </a:ext>
            </a:extLst>
          </p:cNvPr>
          <p:cNvSpPr>
            <a:spLocks noGrp="1"/>
          </p:cNvSpPr>
          <p:nvPr>
            <p:ph type="body" sz="quarter" idx="13"/>
          </p:nvPr>
        </p:nvSpPr>
        <p:spPr>
          <a:xfrm>
            <a:off x="1232454" y="568623"/>
            <a:ext cx="10508108" cy="317519"/>
          </a:xfrm>
        </p:spPr>
        <p:txBody>
          <a:bodyPr>
            <a:noAutofit/>
          </a:bodyPr>
          <a:lstStyle>
            <a:lvl1pPr>
              <a:buNone/>
              <a:defRPr sz="1800">
                <a:solidFill>
                  <a:schemeClr val="tx2"/>
                </a:solidFill>
                <a:latin typeface="Aptos" panose="020B0004020202020204" pitchFamily="34" charset="0"/>
              </a:defRPr>
            </a:lvl1pPr>
          </a:lstStyle>
          <a:p>
            <a:pPr lvl="0"/>
            <a:r>
              <a:rPr lang="en-US"/>
              <a:t>Click to edit Master text styles</a:t>
            </a:r>
          </a:p>
        </p:txBody>
      </p:sp>
      <p:pic>
        <p:nvPicPr>
          <p:cNvPr id="12" name="Picture 11">
            <a:extLst>
              <a:ext uri="{FF2B5EF4-FFF2-40B4-BE49-F238E27FC236}">
                <a16:creationId xmlns:a16="http://schemas.microsoft.com/office/drawing/2014/main" id="{AFDA5CA6-6C4E-87C7-D992-61CBCEA3863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68904" y="259935"/>
            <a:ext cx="549532" cy="548640"/>
          </a:xfrm>
          <a:prstGeom prst="rect">
            <a:avLst/>
          </a:prstGeom>
        </p:spPr>
      </p:pic>
      <p:cxnSp>
        <p:nvCxnSpPr>
          <p:cNvPr id="13" name="Straight Connector 12">
            <a:extLst>
              <a:ext uri="{FF2B5EF4-FFF2-40B4-BE49-F238E27FC236}">
                <a16:creationId xmlns:a16="http://schemas.microsoft.com/office/drawing/2014/main" id="{C3669889-4BA8-A023-EF99-A99FE5C2C9F5}"/>
              </a:ext>
            </a:extLst>
          </p:cNvPr>
          <p:cNvCxnSpPr>
            <a:cxnSpLocks/>
          </p:cNvCxnSpPr>
          <p:nvPr/>
        </p:nvCxnSpPr>
        <p:spPr>
          <a:xfrm>
            <a:off x="1075445" y="273669"/>
            <a:ext cx="0" cy="55778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sp>
        <p:nvSpPr>
          <p:cNvPr id="3" name="Slide Number Placeholder 11">
            <a:extLst>
              <a:ext uri="{FF2B5EF4-FFF2-40B4-BE49-F238E27FC236}">
                <a16:creationId xmlns:a16="http://schemas.microsoft.com/office/drawing/2014/main" id="{A81D7853-239D-D4D2-9FCD-0FB192E3FA99}"/>
              </a:ext>
            </a:extLst>
          </p:cNvPr>
          <p:cNvSpPr txBox="1">
            <a:spLocks/>
          </p:cNvSpPr>
          <p:nvPr/>
        </p:nvSpPr>
        <p:spPr>
          <a:xfrm>
            <a:off x="11669442" y="6293567"/>
            <a:ext cx="376421" cy="365125"/>
          </a:xfrm>
          <a:prstGeom prst="rect">
            <a:avLst/>
          </a:prstGeom>
        </p:spPr>
        <p:txBody>
          <a:bodyPr vert="horz" lIns="91440" tIns="45720" rIns="91440" bIns="45720" rtlCol="0" anchor="ctr">
            <a:noAutofit/>
          </a:bodyPr>
          <a:lstStyle>
            <a:defPPr>
              <a:defRPr lang="en-US"/>
            </a:defPPr>
            <a:lvl1pPr marL="0" algn="r" defTabSz="914400" rtl="0" eaLnBrk="1" latinLnBrk="0" hangingPunct="1">
              <a:defRPr sz="1200" kern="1200">
                <a:solidFill>
                  <a:schemeClr val="bg2">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452812-C10A-4AB2-8074-0CB7DB09664E}" type="slidenum">
              <a:rPr lang="en-US" smtClean="0">
                <a:solidFill>
                  <a:schemeClr val="bg1">
                    <a:lumMod val="65000"/>
                  </a:schemeClr>
                </a:solidFill>
                <a:latin typeface="Aptos" panose="020B0004020202020204" pitchFamily="34" charset="0"/>
              </a:rPr>
              <a:pPr/>
              <a:t>‹#›</a:t>
            </a:fld>
            <a:endParaRPr lang="en-US">
              <a:solidFill>
                <a:schemeClr val="bg1">
                  <a:lumMod val="65000"/>
                </a:schemeClr>
              </a:solidFill>
              <a:latin typeface="Aptos" panose="020B0004020202020204" pitchFamily="34" charset="0"/>
            </a:endParaRPr>
          </a:p>
        </p:txBody>
      </p:sp>
      <p:sp>
        <p:nvSpPr>
          <p:cNvPr id="2" name="Footer Placeholder 5">
            <a:extLst>
              <a:ext uri="{FF2B5EF4-FFF2-40B4-BE49-F238E27FC236}">
                <a16:creationId xmlns:a16="http://schemas.microsoft.com/office/drawing/2014/main" id="{EE775FF5-EDBB-F3A2-1838-127020ED8BD3}"/>
              </a:ext>
            </a:extLst>
          </p:cNvPr>
          <p:cNvSpPr txBox="1">
            <a:spLocks/>
          </p:cNvSpPr>
          <p:nvPr/>
        </p:nvSpPr>
        <p:spPr>
          <a:xfrm>
            <a:off x="4002138" y="6529613"/>
            <a:ext cx="4187724" cy="365125"/>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2026 Kaizen Analytix LLC   |   All Rights Reserved.  CONFIDENTIAL &amp; PROPRIETARY</a:t>
            </a:r>
          </a:p>
        </p:txBody>
      </p:sp>
    </p:spTree>
    <p:extLst>
      <p:ext uri="{BB962C8B-B14F-4D97-AF65-F5344CB8AC3E}">
        <p14:creationId xmlns:p14="http://schemas.microsoft.com/office/powerpoint/2010/main" val="263799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ubtitle, and Content, Grey">
    <p:bg>
      <p:bgPr>
        <a:solidFill>
          <a:schemeClr val="bg2"/>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DE086EB-9566-144D-5B74-2C12D4354893}"/>
              </a:ext>
            </a:extLst>
          </p:cNvPr>
          <p:cNvSpPr>
            <a:spLocks noGrp="1"/>
          </p:cNvSpPr>
          <p:nvPr>
            <p:ph sz="quarter" idx="14"/>
          </p:nvPr>
        </p:nvSpPr>
        <p:spPr>
          <a:xfrm>
            <a:off x="431238" y="1335722"/>
            <a:ext cx="11329523" cy="4957679"/>
          </a:xfrm>
        </p:spPr>
        <p:txBody>
          <a:bodyPr>
            <a:noAutofit/>
          </a:bodyPr>
          <a:lstStyle>
            <a:lvl1pPr>
              <a:defRPr>
                <a:solidFill>
                  <a:schemeClr val="tx2"/>
                </a:solidFill>
                <a:latin typeface="Aptos" panose="020B0004020202020204" pitchFamily="34" charset="0"/>
              </a:defRPr>
            </a:lvl1pPr>
            <a:lvl2pPr>
              <a:defRPr>
                <a:solidFill>
                  <a:schemeClr val="tx2"/>
                </a:solidFill>
                <a:latin typeface="Aptos" panose="020B0004020202020204" pitchFamily="34" charset="0"/>
              </a:defRPr>
            </a:lvl2pPr>
            <a:lvl3pPr>
              <a:defRPr>
                <a:solidFill>
                  <a:schemeClr val="tx2"/>
                </a:solidFill>
                <a:latin typeface="Aptos" panose="020B0004020202020204" pitchFamily="34" charset="0"/>
              </a:defRPr>
            </a:lvl3pPr>
            <a:lvl4pPr>
              <a:defRPr>
                <a:solidFill>
                  <a:schemeClr val="tx2"/>
                </a:solidFill>
                <a:latin typeface="Aptos" panose="020B0004020202020204" pitchFamily="34" charset="0"/>
              </a:defRPr>
            </a:lvl4pPr>
            <a:lvl5pPr>
              <a:defRPr>
                <a:solidFill>
                  <a:schemeClr val="tx2"/>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A082090D-6E7D-9D93-3D78-473583D76755}"/>
              </a:ext>
            </a:extLst>
          </p:cNvPr>
          <p:cNvSpPr/>
          <p:nvPr/>
        </p:nvSpPr>
        <p:spPr>
          <a:xfrm>
            <a:off x="0" y="-1"/>
            <a:ext cx="12192000" cy="10708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a:latin typeface="Aptos" panose="020B0004020202020204" pitchFamily="34" charset="0"/>
            </a:endParaRPr>
          </a:p>
        </p:txBody>
      </p:sp>
      <p:sp>
        <p:nvSpPr>
          <p:cNvPr id="9" name="Title 1">
            <a:extLst>
              <a:ext uri="{FF2B5EF4-FFF2-40B4-BE49-F238E27FC236}">
                <a16:creationId xmlns:a16="http://schemas.microsoft.com/office/drawing/2014/main" id="{C07534FF-4DCC-3E4F-66F7-5CAA4E2053DE}"/>
              </a:ext>
            </a:extLst>
          </p:cNvPr>
          <p:cNvSpPr>
            <a:spLocks noGrp="1"/>
          </p:cNvSpPr>
          <p:nvPr>
            <p:ph type="title"/>
          </p:nvPr>
        </p:nvSpPr>
        <p:spPr>
          <a:xfrm>
            <a:off x="1232454" y="-55043"/>
            <a:ext cx="10508108" cy="941185"/>
          </a:xfrm>
          <a:prstGeom prst="rect">
            <a:avLst/>
          </a:prstGeom>
        </p:spPr>
        <p:txBody>
          <a:bodyPr>
            <a:noAutofit/>
          </a:bodyPr>
          <a:lstStyle>
            <a:lvl1pPr>
              <a:defRPr sz="2800" b="1">
                <a:solidFill>
                  <a:schemeClr val="tx2"/>
                </a:solidFill>
                <a:latin typeface="Aptos" panose="020B0004020202020204" pitchFamily="34" charset="0"/>
              </a:defRPr>
            </a:lvl1pPr>
          </a:lstStyle>
          <a:p>
            <a:r>
              <a:rPr lang="en-US"/>
              <a:t>Click to edit Master title style</a:t>
            </a:r>
          </a:p>
        </p:txBody>
      </p:sp>
      <p:sp>
        <p:nvSpPr>
          <p:cNvPr id="11" name="Text Placeholder 16">
            <a:extLst>
              <a:ext uri="{FF2B5EF4-FFF2-40B4-BE49-F238E27FC236}">
                <a16:creationId xmlns:a16="http://schemas.microsoft.com/office/drawing/2014/main" id="{0E18690F-BA5B-FB29-AC01-958917853582}"/>
              </a:ext>
            </a:extLst>
          </p:cNvPr>
          <p:cNvSpPr>
            <a:spLocks noGrp="1"/>
          </p:cNvSpPr>
          <p:nvPr>
            <p:ph type="body" sz="quarter" idx="13"/>
          </p:nvPr>
        </p:nvSpPr>
        <p:spPr>
          <a:xfrm>
            <a:off x="1232454" y="568623"/>
            <a:ext cx="10508108" cy="317519"/>
          </a:xfrm>
        </p:spPr>
        <p:txBody>
          <a:bodyPr>
            <a:noAutofit/>
          </a:bodyPr>
          <a:lstStyle>
            <a:lvl1pPr>
              <a:buNone/>
              <a:defRPr sz="1800">
                <a:solidFill>
                  <a:schemeClr val="tx2"/>
                </a:solidFill>
                <a:latin typeface="Aptos" panose="020B0004020202020204" pitchFamily="34" charset="0"/>
              </a:defRPr>
            </a:lvl1pPr>
          </a:lstStyle>
          <a:p>
            <a:pPr lvl="0"/>
            <a:r>
              <a:rPr lang="en-US"/>
              <a:t>Click to edit Master text styles</a:t>
            </a:r>
          </a:p>
        </p:txBody>
      </p:sp>
      <p:pic>
        <p:nvPicPr>
          <p:cNvPr id="12" name="Picture 11">
            <a:extLst>
              <a:ext uri="{FF2B5EF4-FFF2-40B4-BE49-F238E27FC236}">
                <a16:creationId xmlns:a16="http://schemas.microsoft.com/office/drawing/2014/main" id="{F1A01127-080D-B64A-57A2-E7E7A358574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68904" y="259935"/>
            <a:ext cx="549532" cy="548640"/>
          </a:xfrm>
          <a:prstGeom prst="rect">
            <a:avLst/>
          </a:prstGeom>
        </p:spPr>
      </p:pic>
      <p:cxnSp>
        <p:nvCxnSpPr>
          <p:cNvPr id="13" name="Straight Connector 12">
            <a:extLst>
              <a:ext uri="{FF2B5EF4-FFF2-40B4-BE49-F238E27FC236}">
                <a16:creationId xmlns:a16="http://schemas.microsoft.com/office/drawing/2014/main" id="{E8C24CBC-67A3-E9FE-9B8B-956481E03F23}"/>
              </a:ext>
            </a:extLst>
          </p:cNvPr>
          <p:cNvCxnSpPr>
            <a:cxnSpLocks/>
          </p:cNvCxnSpPr>
          <p:nvPr/>
        </p:nvCxnSpPr>
        <p:spPr>
          <a:xfrm>
            <a:off x="1075445" y="273669"/>
            <a:ext cx="0" cy="55778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sp>
        <p:nvSpPr>
          <p:cNvPr id="4" name="Slide Number Placeholder 11">
            <a:extLst>
              <a:ext uri="{FF2B5EF4-FFF2-40B4-BE49-F238E27FC236}">
                <a16:creationId xmlns:a16="http://schemas.microsoft.com/office/drawing/2014/main" id="{76F65B08-45CA-27AD-1C8C-70108ECE78DD}"/>
              </a:ext>
            </a:extLst>
          </p:cNvPr>
          <p:cNvSpPr txBox="1">
            <a:spLocks/>
          </p:cNvSpPr>
          <p:nvPr/>
        </p:nvSpPr>
        <p:spPr>
          <a:xfrm>
            <a:off x="11669442" y="6293567"/>
            <a:ext cx="376421" cy="365125"/>
          </a:xfrm>
          <a:prstGeom prst="rect">
            <a:avLst/>
          </a:prstGeom>
        </p:spPr>
        <p:txBody>
          <a:bodyPr vert="horz" lIns="91440" tIns="45720" rIns="91440" bIns="45720" rtlCol="0" anchor="ctr">
            <a:noAutofit/>
          </a:bodyPr>
          <a:lstStyle>
            <a:defPPr>
              <a:defRPr lang="en-US"/>
            </a:defPPr>
            <a:lvl1pPr marL="0" algn="r" defTabSz="914400" rtl="0" eaLnBrk="1" latinLnBrk="0" hangingPunct="1">
              <a:defRPr sz="1200" kern="1200">
                <a:solidFill>
                  <a:schemeClr val="bg2">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452812-C10A-4AB2-8074-0CB7DB09664E}" type="slidenum">
              <a:rPr lang="en-US" smtClean="0">
                <a:solidFill>
                  <a:schemeClr val="bg1">
                    <a:lumMod val="65000"/>
                  </a:schemeClr>
                </a:solidFill>
                <a:latin typeface="Aptos" panose="020B0004020202020204" pitchFamily="34" charset="0"/>
              </a:rPr>
              <a:pPr/>
              <a:t>‹#›</a:t>
            </a:fld>
            <a:endParaRPr lang="en-US">
              <a:solidFill>
                <a:schemeClr val="bg1">
                  <a:lumMod val="65000"/>
                </a:schemeClr>
              </a:solidFill>
              <a:latin typeface="Aptos" panose="020B0004020202020204" pitchFamily="34" charset="0"/>
            </a:endParaRPr>
          </a:p>
        </p:txBody>
      </p:sp>
      <p:sp>
        <p:nvSpPr>
          <p:cNvPr id="2" name="Footer Placeholder 5">
            <a:extLst>
              <a:ext uri="{FF2B5EF4-FFF2-40B4-BE49-F238E27FC236}">
                <a16:creationId xmlns:a16="http://schemas.microsoft.com/office/drawing/2014/main" id="{A9459BE2-43F4-A855-38CF-2718D6D8EDC6}"/>
              </a:ext>
            </a:extLst>
          </p:cNvPr>
          <p:cNvSpPr txBox="1">
            <a:spLocks/>
          </p:cNvSpPr>
          <p:nvPr/>
        </p:nvSpPr>
        <p:spPr>
          <a:xfrm>
            <a:off x="4002138" y="6529613"/>
            <a:ext cx="4187724" cy="365125"/>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2026 Kaizen Analytix LLC   |   All Rights Reserved.  CONFIDENTIAL &amp; PROPRIETARY</a:t>
            </a:r>
          </a:p>
        </p:txBody>
      </p:sp>
    </p:spTree>
    <p:extLst>
      <p:ext uri="{BB962C8B-B14F-4D97-AF65-F5344CB8AC3E}">
        <p14:creationId xmlns:p14="http://schemas.microsoft.com/office/powerpoint/2010/main" val="3132495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 Blank Spac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288A49-E82C-390F-1AA4-4B24EBBE455E}"/>
              </a:ext>
            </a:extLst>
          </p:cNvPr>
          <p:cNvSpPr>
            <a:spLocks noGrp="1"/>
          </p:cNvSpPr>
          <p:nvPr>
            <p:ph type="title"/>
          </p:nvPr>
        </p:nvSpPr>
        <p:spPr>
          <a:xfrm>
            <a:off x="1232453" y="0"/>
            <a:ext cx="10508106" cy="1068511"/>
          </a:xfrm>
          <a:prstGeom prst="rect">
            <a:avLst/>
          </a:prstGeom>
        </p:spPr>
        <p:txBody>
          <a:bodyPr>
            <a:noAutofit/>
          </a:bodyPr>
          <a:lstStyle>
            <a:lvl1pPr>
              <a:defRPr sz="2800" b="1">
                <a:solidFill>
                  <a:schemeClr val="tx2"/>
                </a:solidFill>
                <a:latin typeface="Aptos" panose="020B0004020202020204" pitchFamily="34" charset="0"/>
              </a:defRPr>
            </a:lvl1pPr>
          </a:lstStyle>
          <a:p>
            <a:r>
              <a:rPr lang="en-US"/>
              <a:t>Click to edit Master title style</a:t>
            </a:r>
          </a:p>
        </p:txBody>
      </p:sp>
      <p:pic>
        <p:nvPicPr>
          <p:cNvPr id="20" name="Picture 19">
            <a:extLst>
              <a:ext uri="{FF2B5EF4-FFF2-40B4-BE49-F238E27FC236}">
                <a16:creationId xmlns:a16="http://schemas.microsoft.com/office/drawing/2014/main" id="{743DA4C7-6DF2-6016-E069-6D8BD5CEE92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68904" y="259935"/>
            <a:ext cx="549532" cy="548640"/>
          </a:xfrm>
          <a:prstGeom prst="rect">
            <a:avLst/>
          </a:prstGeom>
        </p:spPr>
      </p:pic>
      <p:cxnSp>
        <p:nvCxnSpPr>
          <p:cNvPr id="21" name="Straight Connector 20">
            <a:extLst>
              <a:ext uri="{FF2B5EF4-FFF2-40B4-BE49-F238E27FC236}">
                <a16:creationId xmlns:a16="http://schemas.microsoft.com/office/drawing/2014/main" id="{4C2E4866-DBEE-59F4-F45F-0B898952B5B8}"/>
              </a:ext>
            </a:extLst>
          </p:cNvPr>
          <p:cNvCxnSpPr>
            <a:cxnSpLocks/>
          </p:cNvCxnSpPr>
          <p:nvPr/>
        </p:nvCxnSpPr>
        <p:spPr>
          <a:xfrm>
            <a:off x="1075445" y="273669"/>
            <a:ext cx="0" cy="55778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sp>
        <p:nvSpPr>
          <p:cNvPr id="4" name="Slide Number Placeholder 11">
            <a:extLst>
              <a:ext uri="{FF2B5EF4-FFF2-40B4-BE49-F238E27FC236}">
                <a16:creationId xmlns:a16="http://schemas.microsoft.com/office/drawing/2014/main" id="{CBF9F79C-85D8-BF9D-E080-2088685157C2}"/>
              </a:ext>
            </a:extLst>
          </p:cNvPr>
          <p:cNvSpPr txBox="1">
            <a:spLocks/>
          </p:cNvSpPr>
          <p:nvPr/>
        </p:nvSpPr>
        <p:spPr>
          <a:xfrm>
            <a:off x="11669442" y="6293567"/>
            <a:ext cx="376421" cy="365125"/>
          </a:xfrm>
          <a:prstGeom prst="rect">
            <a:avLst/>
          </a:prstGeom>
        </p:spPr>
        <p:txBody>
          <a:bodyPr vert="horz" lIns="91440" tIns="45720" rIns="91440" bIns="45720" rtlCol="0" anchor="ctr">
            <a:noAutofit/>
          </a:bodyPr>
          <a:lstStyle>
            <a:defPPr>
              <a:defRPr lang="en-US"/>
            </a:defPPr>
            <a:lvl1pPr marL="0" algn="r" defTabSz="914400" rtl="0" eaLnBrk="1" latinLnBrk="0" hangingPunct="1">
              <a:defRPr sz="1200" kern="1200">
                <a:solidFill>
                  <a:schemeClr val="bg2">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452812-C10A-4AB2-8074-0CB7DB09664E}" type="slidenum">
              <a:rPr lang="en-US" smtClean="0">
                <a:solidFill>
                  <a:schemeClr val="bg1">
                    <a:lumMod val="65000"/>
                  </a:schemeClr>
                </a:solidFill>
                <a:latin typeface="Aptos" panose="020B0004020202020204" pitchFamily="34" charset="0"/>
              </a:rPr>
              <a:pPr/>
              <a:t>‹#›</a:t>
            </a:fld>
            <a:endParaRPr lang="en-US">
              <a:solidFill>
                <a:schemeClr val="bg1">
                  <a:lumMod val="65000"/>
                </a:schemeClr>
              </a:solidFill>
              <a:latin typeface="Aptos" panose="020B0004020202020204" pitchFamily="34" charset="0"/>
            </a:endParaRPr>
          </a:p>
        </p:txBody>
      </p:sp>
      <p:sp>
        <p:nvSpPr>
          <p:cNvPr id="5" name="Footer Placeholder 5">
            <a:extLst>
              <a:ext uri="{FF2B5EF4-FFF2-40B4-BE49-F238E27FC236}">
                <a16:creationId xmlns:a16="http://schemas.microsoft.com/office/drawing/2014/main" id="{129E0B69-F33B-DCAA-5632-EE340DD501D7}"/>
              </a:ext>
            </a:extLst>
          </p:cNvPr>
          <p:cNvSpPr txBox="1">
            <a:spLocks/>
          </p:cNvSpPr>
          <p:nvPr/>
        </p:nvSpPr>
        <p:spPr>
          <a:xfrm>
            <a:off x="4002138" y="6529613"/>
            <a:ext cx="4187724" cy="365125"/>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2026 Kaizen Analytix LLC   |   All Rights Reserved.  CONFIDENTIAL &amp; PROPRIETARY</a:t>
            </a:r>
          </a:p>
        </p:txBody>
      </p:sp>
    </p:spTree>
    <p:extLst>
      <p:ext uri="{BB962C8B-B14F-4D97-AF65-F5344CB8AC3E}">
        <p14:creationId xmlns:p14="http://schemas.microsoft.com/office/powerpoint/2010/main" val="351244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Only + Blank Space, Grey">
    <p:bg>
      <p:bgPr>
        <a:solidFill>
          <a:schemeClr val="bg2"/>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DC09D6B-6824-339A-4198-9B5D70D11ACC}"/>
              </a:ext>
            </a:extLst>
          </p:cNvPr>
          <p:cNvSpPr/>
          <p:nvPr/>
        </p:nvSpPr>
        <p:spPr>
          <a:xfrm>
            <a:off x="0" y="-1"/>
            <a:ext cx="12192000" cy="10708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Aptos" panose="020B0004020202020204" pitchFamily="34" charset="0"/>
            </a:endParaRPr>
          </a:p>
        </p:txBody>
      </p:sp>
      <p:sp>
        <p:nvSpPr>
          <p:cNvPr id="2" name="Title 1">
            <a:extLst>
              <a:ext uri="{FF2B5EF4-FFF2-40B4-BE49-F238E27FC236}">
                <a16:creationId xmlns:a16="http://schemas.microsoft.com/office/drawing/2014/main" id="{BE1130D7-D278-0DC9-B38A-E5AC168BA55B}"/>
              </a:ext>
            </a:extLst>
          </p:cNvPr>
          <p:cNvSpPr>
            <a:spLocks noGrp="1"/>
          </p:cNvSpPr>
          <p:nvPr>
            <p:ph type="title"/>
          </p:nvPr>
        </p:nvSpPr>
        <p:spPr>
          <a:xfrm>
            <a:off x="1232453" y="0"/>
            <a:ext cx="10508106" cy="1068511"/>
          </a:xfrm>
          <a:prstGeom prst="rect">
            <a:avLst/>
          </a:prstGeom>
        </p:spPr>
        <p:txBody>
          <a:bodyPr>
            <a:noAutofit/>
          </a:bodyPr>
          <a:lstStyle>
            <a:lvl1pPr>
              <a:defRPr sz="2800" b="1">
                <a:solidFill>
                  <a:schemeClr val="tx2"/>
                </a:solidFill>
                <a:latin typeface="Aptos" panose="020B0004020202020204" pitchFamily="34" charset="0"/>
              </a:defRPr>
            </a:lvl1pPr>
          </a:lstStyle>
          <a:p>
            <a:r>
              <a:rPr lang="en-US"/>
              <a:t>Click to edit Master title style</a:t>
            </a:r>
          </a:p>
        </p:txBody>
      </p:sp>
      <p:pic>
        <p:nvPicPr>
          <p:cNvPr id="3" name="Picture 2">
            <a:extLst>
              <a:ext uri="{FF2B5EF4-FFF2-40B4-BE49-F238E27FC236}">
                <a16:creationId xmlns:a16="http://schemas.microsoft.com/office/drawing/2014/main" id="{1718C2A7-FA0B-C4D2-A145-C3497198D6C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68904" y="259935"/>
            <a:ext cx="549532" cy="548640"/>
          </a:xfrm>
          <a:prstGeom prst="rect">
            <a:avLst/>
          </a:prstGeom>
        </p:spPr>
      </p:pic>
      <p:cxnSp>
        <p:nvCxnSpPr>
          <p:cNvPr id="4" name="Straight Connector 3">
            <a:extLst>
              <a:ext uri="{FF2B5EF4-FFF2-40B4-BE49-F238E27FC236}">
                <a16:creationId xmlns:a16="http://schemas.microsoft.com/office/drawing/2014/main" id="{D303009B-FCF1-2698-1497-F1E5E5417354}"/>
              </a:ext>
            </a:extLst>
          </p:cNvPr>
          <p:cNvCxnSpPr>
            <a:cxnSpLocks/>
          </p:cNvCxnSpPr>
          <p:nvPr/>
        </p:nvCxnSpPr>
        <p:spPr>
          <a:xfrm>
            <a:off x="1075445" y="273669"/>
            <a:ext cx="0" cy="55778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sp>
        <p:nvSpPr>
          <p:cNvPr id="6" name="Slide Number Placeholder 11">
            <a:extLst>
              <a:ext uri="{FF2B5EF4-FFF2-40B4-BE49-F238E27FC236}">
                <a16:creationId xmlns:a16="http://schemas.microsoft.com/office/drawing/2014/main" id="{5D82A2B8-9B66-3847-E06D-200354BFC285}"/>
              </a:ext>
            </a:extLst>
          </p:cNvPr>
          <p:cNvSpPr txBox="1">
            <a:spLocks/>
          </p:cNvSpPr>
          <p:nvPr/>
        </p:nvSpPr>
        <p:spPr>
          <a:xfrm>
            <a:off x="11669442" y="6293567"/>
            <a:ext cx="37642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2">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452812-C10A-4AB2-8074-0CB7DB09664E}" type="slidenum">
              <a:rPr lang="en-US" smtClean="0">
                <a:solidFill>
                  <a:schemeClr val="bg1">
                    <a:lumMod val="65000"/>
                  </a:schemeClr>
                </a:solidFill>
                <a:latin typeface="Aptos" panose="020B0004020202020204" pitchFamily="34" charset="0"/>
              </a:rPr>
              <a:pPr/>
              <a:t>‹#›</a:t>
            </a:fld>
            <a:endParaRPr lang="en-US">
              <a:solidFill>
                <a:schemeClr val="bg1">
                  <a:lumMod val="65000"/>
                </a:schemeClr>
              </a:solidFill>
              <a:latin typeface="Aptos" panose="020B0004020202020204" pitchFamily="34" charset="0"/>
            </a:endParaRPr>
          </a:p>
        </p:txBody>
      </p:sp>
      <p:sp>
        <p:nvSpPr>
          <p:cNvPr id="7" name="Footer Placeholder 5">
            <a:extLst>
              <a:ext uri="{FF2B5EF4-FFF2-40B4-BE49-F238E27FC236}">
                <a16:creationId xmlns:a16="http://schemas.microsoft.com/office/drawing/2014/main" id="{D374C362-B8D4-66B2-5E51-817AA700F3D6}"/>
              </a:ext>
            </a:extLst>
          </p:cNvPr>
          <p:cNvSpPr txBox="1">
            <a:spLocks/>
          </p:cNvSpPr>
          <p:nvPr/>
        </p:nvSpPr>
        <p:spPr>
          <a:xfrm>
            <a:off x="4002138" y="6529613"/>
            <a:ext cx="4187724" cy="365125"/>
          </a:xfrm>
          <a:prstGeom prst="rect">
            <a:avLst/>
          </a:prstGeom>
        </p:spPr>
        <p:txBody>
          <a:bodyPr vert="horz" lIns="91440" tIns="45720" rIns="91440" bIns="45720" rtlCol="0" anchor="ct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2026 Kaizen Analytix LLC   |   All Rights Reserved.  CONFIDENTIAL &amp; PROPRIETARY</a:t>
            </a:r>
          </a:p>
        </p:txBody>
      </p:sp>
    </p:spTree>
    <p:extLst>
      <p:ext uri="{BB962C8B-B14F-4D97-AF65-F5344CB8AC3E}">
        <p14:creationId xmlns:p14="http://schemas.microsoft.com/office/powerpoint/2010/main" val="384367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 Text Bo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5257B-DF65-617A-4E63-6F8ABB7D9BC6}"/>
              </a:ext>
            </a:extLst>
          </p:cNvPr>
          <p:cNvSpPr>
            <a:spLocks noGrp="1"/>
          </p:cNvSpPr>
          <p:nvPr>
            <p:ph type="title"/>
          </p:nvPr>
        </p:nvSpPr>
        <p:spPr>
          <a:xfrm>
            <a:off x="1232453" y="0"/>
            <a:ext cx="10508106" cy="1068511"/>
          </a:xfrm>
          <a:prstGeom prst="rect">
            <a:avLst/>
          </a:prstGeom>
        </p:spPr>
        <p:txBody>
          <a:bodyPr>
            <a:noAutofit/>
          </a:bodyPr>
          <a:lstStyle>
            <a:lvl1pPr>
              <a:defRPr sz="2800" b="1">
                <a:solidFill>
                  <a:schemeClr val="tx2"/>
                </a:solidFill>
                <a:latin typeface="Aptos" panose="020B0004020202020204" pitchFamily="34" charset="0"/>
              </a:defRPr>
            </a:lvl1pPr>
          </a:lstStyle>
          <a:p>
            <a:r>
              <a:rPr lang="en-US"/>
              <a:t>Click to edit Master title style</a:t>
            </a:r>
          </a:p>
        </p:txBody>
      </p:sp>
      <p:pic>
        <p:nvPicPr>
          <p:cNvPr id="3" name="Picture 2">
            <a:extLst>
              <a:ext uri="{FF2B5EF4-FFF2-40B4-BE49-F238E27FC236}">
                <a16:creationId xmlns:a16="http://schemas.microsoft.com/office/drawing/2014/main" id="{9EBFD611-7CDB-05D8-533D-7F6B426FB69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68904" y="259935"/>
            <a:ext cx="549532" cy="548640"/>
          </a:xfrm>
          <a:prstGeom prst="rect">
            <a:avLst/>
          </a:prstGeom>
        </p:spPr>
      </p:pic>
      <p:cxnSp>
        <p:nvCxnSpPr>
          <p:cNvPr id="4" name="Straight Connector 3">
            <a:extLst>
              <a:ext uri="{FF2B5EF4-FFF2-40B4-BE49-F238E27FC236}">
                <a16:creationId xmlns:a16="http://schemas.microsoft.com/office/drawing/2014/main" id="{943359CC-462A-33D6-6855-0252CCB9BD99}"/>
              </a:ext>
            </a:extLst>
          </p:cNvPr>
          <p:cNvCxnSpPr>
            <a:cxnSpLocks/>
          </p:cNvCxnSpPr>
          <p:nvPr/>
        </p:nvCxnSpPr>
        <p:spPr>
          <a:xfrm>
            <a:off x="1075445" y="273669"/>
            <a:ext cx="0" cy="55778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sp>
        <p:nvSpPr>
          <p:cNvPr id="7" name="Content Placeholder 4">
            <a:extLst>
              <a:ext uri="{FF2B5EF4-FFF2-40B4-BE49-F238E27FC236}">
                <a16:creationId xmlns:a16="http://schemas.microsoft.com/office/drawing/2014/main" id="{DE8865A2-63F3-E261-09B6-B1B5158D2AB9}"/>
              </a:ext>
            </a:extLst>
          </p:cNvPr>
          <p:cNvSpPr>
            <a:spLocks noGrp="1"/>
          </p:cNvSpPr>
          <p:nvPr>
            <p:ph sz="quarter" idx="14"/>
          </p:nvPr>
        </p:nvSpPr>
        <p:spPr>
          <a:xfrm>
            <a:off x="431238" y="1335805"/>
            <a:ext cx="11309912" cy="4957680"/>
          </a:xfrm>
        </p:spPr>
        <p:txBody>
          <a:bodyPr>
            <a:noAutofit/>
          </a:bodyPr>
          <a:lstStyle>
            <a:lvl1pPr>
              <a:defRPr>
                <a:solidFill>
                  <a:schemeClr val="tx2"/>
                </a:solidFill>
                <a:latin typeface="Aptos" panose="020B0004020202020204" pitchFamily="34" charset="0"/>
              </a:defRPr>
            </a:lvl1pPr>
            <a:lvl2pPr>
              <a:defRPr>
                <a:solidFill>
                  <a:schemeClr val="tx2"/>
                </a:solidFill>
                <a:latin typeface="Aptos" panose="020B0004020202020204" pitchFamily="34" charset="0"/>
              </a:defRPr>
            </a:lvl2pPr>
            <a:lvl3pPr>
              <a:defRPr>
                <a:solidFill>
                  <a:schemeClr val="tx2"/>
                </a:solidFill>
                <a:latin typeface="Aptos" panose="020B0004020202020204" pitchFamily="34" charset="0"/>
              </a:defRPr>
            </a:lvl3pPr>
            <a:lvl4pPr>
              <a:defRPr>
                <a:solidFill>
                  <a:schemeClr val="tx2"/>
                </a:solidFill>
                <a:latin typeface="Aptos" panose="020B0004020202020204" pitchFamily="34" charset="0"/>
              </a:defRPr>
            </a:lvl4pPr>
            <a:lvl5pPr>
              <a:defRPr>
                <a:solidFill>
                  <a:schemeClr val="tx2"/>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11">
            <a:extLst>
              <a:ext uri="{FF2B5EF4-FFF2-40B4-BE49-F238E27FC236}">
                <a16:creationId xmlns:a16="http://schemas.microsoft.com/office/drawing/2014/main" id="{CD86E051-8265-7FDB-A96E-67C5577EEC09}"/>
              </a:ext>
            </a:extLst>
          </p:cNvPr>
          <p:cNvSpPr txBox="1">
            <a:spLocks/>
          </p:cNvSpPr>
          <p:nvPr/>
        </p:nvSpPr>
        <p:spPr>
          <a:xfrm>
            <a:off x="11669442" y="6293567"/>
            <a:ext cx="37642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2">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452812-C10A-4AB2-8074-0CB7DB09664E}" type="slidenum">
              <a:rPr lang="en-US" smtClean="0">
                <a:solidFill>
                  <a:schemeClr val="bg1">
                    <a:lumMod val="65000"/>
                  </a:schemeClr>
                </a:solidFill>
                <a:latin typeface="Aptos" panose="020B0004020202020204" pitchFamily="34" charset="0"/>
              </a:rPr>
              <a:pPr/>
              <a:t>‹#›</a:t>
            </a:fld>
            <a:endParaRPr lang="en-US">
              <a:solidFill>
                <a:schemeClr val="bg1">
                  <a:lumMod val="65000"/>
                </a:schemeClr>
              </a:solidFill>
              <a:latin typeface="Aptos" panose="020B0004020202020204" pitchFamily="34" charset="0"/>
            </a:endParaRPr>
          </a:p>
        </p:txBody>
      </p:sp>
      <p:sp>
        <p:nvSpPr>
          <p:cNvPr id="8" name="Footer Placeholder 5">
            <a:extLst>
              <a:ext uri="{FF2B5EF4-FFF2-40B4-BE49-F238E27FC236}">
                <a16:creationId xmlns:a16="http://schemas.microsoft.com/office/drawing/2014/main" id="{5AFEA691-5CB7-D1ED-AC46-D1760CDA5733}"/>
              </a:ext>
            </a:extLst>
          </p:cNvPr>
          <p:cNvSpPr txBox="1">
            <a:spLocks/>
          </p:cNvSpPr>
          <p:nvPr/>
        </p:nvSpPr>
        <p:spPr>
          <a:xfrm>
            <a:off x="4002138" y="6529613"/>
            <a:ext cx="4187724" cy="365125"/>
          </a:xfrm>
          <a:prstGeom prst="rect">
            <a:avLst/>
          </a:prstGeom>
        </p:spPr>
        <p:txBody>
          <a:bodyPr vert="horz" lIns="91440" tIns="45720" rIns="91440" bIns="45720" rtlCol="0" anchor="ct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2026 Kaizen Analytix LLC   |   All Rights Reserved.  CONFIDENTIAL &amp; PROPRIETARY</a:t>
            </a:r>
          </a:p>
        </p:txBody>
      </p:sp>
    </p:spTree>
    <p:extLst>
      <p:ext uri="{BB962C8B-B14F-4D97-AF65-F5344CB8AC3E}">
        <p14:creationId xmlns:p14="http://schemas.microsoft.com/office/powerpoint/2010/main" val="3987384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Only + Text Box, Grey">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A3AEA83-964D-B6F2-BA8B-59E077D5159C}"/>
              </a:ext>
            </a:extLst>
          </p:cNvPr>
          <p:cNvSpPr/>
          <p:nvPr/>
        </p:nvSpPr>
        <p:spPr>
          <a:xfrm>
            <a:off x="0" y="-1"/>
            <a:ext cx="12192000" cy="10708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Aptos" panose="020B0004020202020204" pitchFamily="34" charset="0"/>
            </a:endParaRPr>
          </a:p>
        </p:txBody>
      </p:sp>
      <p:sp>
        <p:nvSpPr>
          <p:cNvPr id="2" name="Title 1">
            <a:extLst>
              <a:ext uri="{FF2B5EF4-FFF2-40B4-BE49-F238E27FC236}">
                <a16:creationId xmlns:a16="http://schemas.microsoft.com/office/drawing/2014/main" id="{3E92B34E-7843-C415-D266-9F0933E019AA}"/>
              </a:ext>
            </a:extLst>
          </p:cNvPr>
          <p:cNvSpPr>
            <a:spLocks noGrp="1"/>
          </p:cNvSpPr>
          <p:nvPr>
            <p:ph type="title"/>
          </p:nvPr>
        </p:nvSpPr>
        <p:spPr>
          <a:xfrm>
            <a:off x="1232453" y="0"/>
            <a:ext cx="10508106" cy="1068511"/>
          </a:xfrm>
          <a:prstGeom prst="rect">
            <a:avLst/>
          </a:prstGeom>
        </p:spPr>
        <p:txBody>
          <a:bodyPr>
            <a:noAutofit/>
          </a:bodyPr>
          <a:lstStyle>
            <a:lvl1pPr>
              <a:defRPr sz="2800" b="1">
                <a:solidFill>
                  <a:schemeClr val="tx2"/>
                </a:solidFill>
                <a:latin typeface="Aptos" panose="020B0004020202020204" pitchFamily="34" charset="0"/>
              </a:defRPr>
            </a:lvl1pPr>
          </a:lstStyle>
          <a:p>
            <a:r>
              <a:rPr lang="en-US"/>
              <a:t>Click to edit Master title style</a:t>
            </a:r>
          </a:p>
        </p:txBody>
      </p:sp>
      <p:pic>
        <p:nvPicPr>
          <p:cNvPr id="3" name="Picture 2">
            <a:extLst>
              <a:ext uri="{FF2B5EF4-FFF2-40B4-BE49-F238E27FC236}">
                <a16:creationId xmlns:a16="http://schemas.microsoft.com/office/drawing/2014/main" id="{B109ACF0-8A32-25B5-CAE1-983A7353D51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68904" y="259935"/>
            <a:ext cx="549532" cy="548640"/>
          </a:xfrm>
          <a:prstGeom prst="rect">
            <a:avLst/>
          </a:prstGeom>
        </p:spPr>
      </p:pic>
      <p:cxnSp>
        <p:nvCxnSpPr>
          <p:cNvPr id="4" name="Straight Connector 3">
            <a:extLst>
              <a:ext uri="{FF2B5EF4-FFF2-40B4-BE49-F238E27FC236}">
                <a16:creationId xmlns:a16="http://schemas.microsoft.com/office/drawing/2014/main" id="{50919916-123B-F400-0E95-54A1BA61B632}"/>
              </a:ext>
            </a:extLst>
          </p:cNvPr>
          <p:cNvCxnSpPr>
            <a:cxnSpLocks/>
          </p:cNvCxnSpPr>
          <p:nvPr/>
        </p:nvCxnSpPr>
        <p:spPr>
          <a:xfrm>
            <a:off x="1075445" y="273669"/>
            <a:ext cx="0" cy="55778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sp>
        <p:nvSpPr>
          <p:cNvPr id="5" name="Content Placeholder 4">
            <a:extLst>
              <a:ext uri="{FF2B5EF4-FFF2-40B4-BE49-F238E27FC236}">
                <a16:creationId xmlns:a16="http://schemas.microsoft.com/office/drawing/2014/main" id="{B6910A83-4EFF-969C-F81F-09C2D2877F89}"/>
              </a:ext>
            </a:extLst>
          </p:cNvPr>
          <p:cNvSpPr>
            <a:spLocks noGrp="1"/>
          </p:cNvSpPr>
          <p:nvPr>
            <p:ph sz="quarter" idx="14"/>
          </p:nvPr>
        </p:nvSpPr>
        <p:spPr>
          <a:xfrm>
            <a:off x="431238" y="1335805"/>
            <a:ext cx="11309912" cy="4957680"/>
          </a:xfrm>
        </p:spPr>
        <p:txBody>
          <a:bodyPr>
            <a:noAutofit/>
          </a:bodyPr>
          <a:lstStyle>
            <a:lvl1pPr>
              <a:defRPr>
                <a:solidFill>
                  <a:schemeClr val="tx2"/>
                </a:solidFill>
                <a:latin typeface="Aptos" panose="020B0004020202020204" pitchFamily="34" charset="0"/>
              </a:defRPr>
            </a:lvl1pPr>
            <a:lvl2pPr>
              <a:defRPr>
                <a:solidFill>
                  <a:schemeClr val="tx2"/>
                </a:solidFill>
                <a:latin typeface="Aptos" panose="020B0004020202020204" pitchFamily="34" charset="0"/>
              </a:defRPr>
            </a:lvl2pPr>
            <a:lvl3pPr>
              <a:defRPr>
                <a:solidFill>
                  <a:schemeClr val="tx2"/>
                </a:solidFill>
                <a:latin typeface="Aptos" panose="020B0004020202020204" pitchFamily="34" charset="0"/>
              </a:defRPr>
            </a:lvl3pPr>
            <a:lvl4pPr>
              <a:defRPr>
                <a:solidFill>
                  <a:schemeClr val="tx2"/>
                </a:solidFill>
                <a:latin typeface="Aptos" panose="020B0004020202020204" pitchFamily="34" charset="0"/>
              </a:defRPr>
            </a:lvl4pPr>
            <a:lvl5pPr>
              <a:defRPr>
                <a:solidFill>
                  <a:schemeClr val="tx2"/>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1">
            <a:extLst>
              <a:ext uri="{FF2B5EF4-FFF2-40B4-BE49-F238E27FC236}">
                <a16:creationId xmlns:a16="http://schemas.microsoft.com/office/drawing/2014/main" id="{27FB464D-5CD2-4F99-5FFD-E490896C7378}"/>
              </a:ext>
            </a:extLst>
          </p:cNvPr>
          <p:cNvSpPr txBox="1">
            <a:spLocks/>
          </p:cNvSpPr>
          <p:nvPr/>
        </p:nvSpPr>
        <p:spPr>
          <a:xfrm>
            <a:off x="11669442" y="6293567"/>
            <a:ext cx="37642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2">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452812-C10A-4AB2-8074-0CB7DB09664E}" type="slidenum">
              <a:rPr lang="en-US" smtClean="0">
                <a:solidFill>
                  <a:schemeClr val="bg1">
                    <a:lumMod val="65000"/>
                  </a:schemeClr>
                </a:solidFill>
                <a:latin typeface="Aptos" panose="020B0004020202020204" pitchFamily="34" charset="0"/>
              </a:rPr>
              <a:pPr/>
              <a:t>‹#›</a:t>
            </a:fld>
            <a:endParaRPr lang="en-US">
              <a:solidFill>
                <a:schemeClr val="bg1">
                  <a:lumMod val="65000"/>
                </a:schemeClr>
              </a:solidFill>
              <a:latin typeface="Aptos" panose="020B0004020202020204" pitchFamily="34" charset="0"/>
            </a:endParaRPr>
          </a:p>
        </p:txBody>
      </p:sp>
      <p:sp>
        <p:nvSpPr>
          <p:cNvPr id="8" name="Footer Placeholder 5">
            <a:extLst>
              <a:ext uri="{FF2B5EF4-FFF2-40B4-BE49-F238E27FC236}">
                <a16:creationId xmlns:a16="http://schemas.microsoft.com/office/drawing/2014/main" id="{6728860F-DDC6-A56C-14F4-A323A2C23936}"/>
              </a:ext>
            </a:extLst>
          </p:cNvPr>
          <p:cNvSpPr txBox="1">
            <a:spLocks/>
          </p:cNvSpPr>
          <p:nvPr/>
        </p:nvSpPr>
        <p:spPr>
          <a:xfrm>
            <a:off x="4002138" y="6529613"/>
            <a:ext cx="4187724" cy="365125"/>
          </a:xfrm>
          <a:prstGeom prst="rect">
            <a:avLst/>
          </a:prstGeom>
        </p:spPr>
        <p:txBody>
          <a:bodyPr vert="horz" lIns="91440" tIns="45720" rIns="91440" bIns="45720" rtlCol="0" anchor="ct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2026 Kaizen Analytix LLC   |   All Rights Reserved.  CONFIDENTIAL &amp; PROPRIETARY</a:t>
            </a:r>
          </a:p>
        </p:txBody>
      </p:sp>
    </p:spTree>
    <p:extLst>
      <p:ext uri="{BB962C8B-B14F-4D97-AF65-F5344CB8AC3E}">
        <p14:creationId xmlns:p14="http://schemas.microsoft.com/office/powerpoint/2010/main" val="15940237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F68C35-350E-CE5D-8981-EF798CE556C7}"/>
              </a:ext>
            </a:extLst>
          </p:cNvPr>
          <p:cNvSpPr>
            <a:spLocks noGrp="1"/>
          </p:cNvSpPr>
          <p:nvPr>
            <p:ph sz="half" idx="1"/>
          </p:nvPr>
        </p:nvSpPr>
        <p:spPr>
          <a:xfrm>
            <a:off x="415290" y="1335805"/>
            <a:ext cx="5181600" cy="4937760"/>
          </a:xfrm>
        </p:spPr>
        <p:txBody>
          <a:bodyPr>
            <a:noAutofit/>
          </a:bodyPr>
          <a:lstStyle>
            <a:lvl1pPr>
              <a:defRPr>
                <a:solidFill>
                  <a:schemeClr val="tx2"/>
                </a:solidFill>
                <a:latin typeface="Aptos" panose="020B0004020202020204" pitchFamily="34" charset="0"/>
              </a:defRPr>
            </a:lvl1pPr>
            <a:lvl2pPr>
              <a:defRPr>
                <a:solidFill>
                  <a:schemeClr val="tx2"/>
                </a:solidFill>
                <a:latin typeface="Aptos" panose="020B0004020202020204" pitchFamily="34" charset="0"/>
              </a:defRPr>
            </a:lvl2pPr>
            <a:lvl3pPr>
              <a:defRPr>
                <a:solidFill>
                  <a:schemeClr val="tx2"/>
                </a:solidFill>
                <a:latin typeface="Aptos" panose="020B0004020202020204" pitchFamily="34" charset="0"/>
              </a:defRPr>
            </a:lvl3pPr>
            <a:lvl4pPr>
              <a:defRPr>
                <a:solidFill>
                  <a:schemeClr val="tx2"/>
                </a:solidFill>
                <a:latin typeface="Aptos" panose="020B0004020202020204" pitchFamily="34" charset="0"/>
              </a:defRPr>
            </a:lvl4pPr>
            <a:lvl5pPr>
              <a:defRPr>
                <a:solidFill>
                  <a:schemeClr val="tx2"/>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6E616C89-F787-844F-FCC7-72825F74C258}"/>
              </a:ext>
            </a:extLst>
          </p:cNvPr>
          <p:cNvSpPr>
            <a:spLocks noGrp="1"/>
          </p:cNvSpPr>
          <p:nvPr>
            <p:ph sz="half" idx="2"/>
          </p:nvPr>
        </p:nvSpPr>
        <p:spPr>
          <a:xfrm>
            <a:off x="6595110" y="1335805"/>
            <a:ext cx="5181600" cy="4937760"/>
          </a:xfrm>
        </p:spPr>
        <p:txBody>
          <a:bodyPr>
            <a:noAutofit/>
          </a:bodyPr>
          <a:lstStyle>
            <a:lvl1pPr>
              <a:defRPr>
                <a:solidFill>
                  <a:schemeClr val="tx2"/>
                </a:solidFill>
                <a:latin typeface="Aptos" panose="020B0004020202020204" pitchFamily="34" charset="0"/>
              </a:defRPr>
            </a:lvl1pPr>
            <a:lvl2pPr>
              <a:defRPr>
                <a:solidFill>
                  <a:schemeClr val="tx2"/>
                </a:solidFill>
                <a:latin typeface="Aptos" panose="020B0004020202020204" pitchFamily="34" charset="0"/>
              </a:defRPr>
            </a:lvl2pPr>
            <a:lvl3pPr>
              <a:defRPr>
                <a:solidFill>
                  <a:schemeClr val="tx2"/>
                </a:solidFill>
                <a:latin typeface="Aptos" panose="020B0004020202020204" pitchFamily="34" charset="0"/>
              </a:defRPr>
            </a:lvl3pPr>
            <a:lvl4pPr>
              <a:defRPr>
                <a:solidFill>
                  <a:schemeClr val="tx2"/>
                </a:solidFill>
                <a:latin typeface="Aptos" panose="020B0004020202020204" pitchFamily="34" charset="0"/>
              </a:defRPr>
            </a:lvl4pPr>
            <a:lvl5pPr>
              <a:defRPr>
                <a:solidFill>
                  <a:schemeClr val="tx2"/>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12BAF23F-4857-CE23-0C13-352EBAD6B824}"/>
              </a:ext>
            </a:extLst>
          </p:cNvPr>
          <p:cNvCxnSpPr>
            <a:cxnSpLocks/>
          </p:cNvCxnSpPr>
          <p:nvPr/>
        </p:nvCxnSpPr>
        <p:spPr>
          <a:xfrm>
            <a:off x="6096000" y="1365899"/>
            <a:ext cx="0" cy="4937760"/>
          </a:xfrm>
          <a:prstGeom prst="line">
            <a:avLst/>
          </a:prstGeom>
          <a:ln w="9525">
            <a:solidFill>
              <a:schemeClr val="bg2">
                <a:lumMod val="75000"/>
              </a:schemeClr>
            </a:solidFill>
          </a:ln>
        </p:spPr>
        <p:style>
          <a:lnRef idx="2">
            <a:schemeClr val="accent4"/>
          </a:lnRef>
          <a:fillRef idx="0">
            <a:schemeClr val="accent4"/>
          </a:fillRef>
          <a:effectRef idx="1">
            <a:schemeClr val="accent4"/>
          </a:effectRef>
          <a:fontRef idx="minor">
            <a:schemeClr val="tx1"/>
          </a:fontRef>
        </p:style>
      </p:cxnSp>
      <p:pic>
        <p:nvPicPr>
          <p:cNvPr id="5" name="Picture 4">
            <a:extLst>
              <a:ext uri="{FF2B5EF4-FFF2-40B4-BE49-F238E27FC236}">
                <a16:creationId xmlns:a16="http://schemas.microsoft.com/office/drawing/2014/main" id="{9FB51E7C-5434-4801-2352-047A250D0EF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68904" y="259935"/>
            <a:ext cx="549532" cy="548640"/>
          </a:xfrm>
          <a:prstGeom prst="rect">
            <a:avLst/>
          </a:prstGeom>
        </p:spPr>
      </p:pic>
      <p:cxnSp>
        <p:nvCxnSpPr>
          <p:cNvPr id="7" name="Straight Connector 6">
            <a:extLst>
              <a:ext uri="{FF2B5EF4-FFF2-40B4-BE49-F238E27FC236}">
                <a16:creationId xmlns:a16="http://schemas.microsoft.com/office/drawing/2014/main" id="{0599AE70-C2CC-DED6-62CF-C870C9C05327}"/>
              </a:ext>
            </a:extLst>
          </p:cNvPr>
          <p:cNvCxnSpPr>
            <a:cxnSpLocks/>
          </p:cNvCxnSpPr>
          <p:nvPr/>
        </p:nvCxnSpPr>
        <p:spPr>
          <a:xfrm>
            <a:off x="1075445" y="273669"/>
            <a:ext cx="0" cy="55778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sp>
        <p:nvSpPr>
          <p:cNvPr id="11" name="Slide Number Placeholder 11">
            <a:extLst>
              <a:ext uri="{FF2B5EF4-FFF2-40B4-BE49-F238E27FC236}">
                <a16:creationId xmlns:a16="http://schemas.microsoft.com/office/drawing/2014/main" id="{F6382A95-4A91-372B-C87F-67E68610A7BD}"/>
              </a:ext>
            </a:extLst>
          </p:cNvPr>
          <p:cNvSpPr txBox="1">
            <a:spLocks/>
          </p:cNvSpPr>
          <p:nvPr/>
        </p:nvSpPr>
        <p:spPr>
          <a:xfrm>
            <a:off x="11669442" y="6293567"/>
            <a:ext cx="376421" cy="365125"/>
          </a:xfrm>
          <a:prstGeom prst="rect">
            <a:avLst/>
          </a:prstGeom>
        </p:spPr>
        <p:txBody>
          <a:bodyPr vert="horz" lIns="91440" tIns="45720" rIns="91440" bIns="45720" rtlCol="0" anchor="ctr">
            <a:noAutofit/>
          </a:bodyPr>
          <a:lstStyle>
            <a:defPPr>
              <a:defRPr lang="en-US"/>
            </a:defPPr>
            <a:lvl1pPr marL="0" algn="r" defTabSz="914400" rtl="0" eaLnBrk="1" latinLnBrk="0" hangingPunct="1">
              <a:defRPr sz="1200" kern="1200">
                <a:solidFill>
                  <a:schemeClr val="bg2">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452812-C10A-4AB2-8074-0CB7DB09664E}" type="slidenum">
              <a:rPr lang="en-US" smtClean="0">
                <a:solidFill>
                  <a:schemeClr val="bg1">
                    <a:lumMod val="65000"/>
                  </a:schemeClr>
                </a:solidFill>
                <a:latin typeface="Aptos" panose="020B0004020202020204" pitchFamily="34" charset="0"/>
              </a:rPr>
              <a:pPr/>
              <a:t>‹#›</a:t>
            </a:fld>
            <a:endParaRPr lang="en-US">
              <a:solidFill>
                <a:schemeClr val="bg1">
                  <a:lumMod val="65000"/>
                </a:schemeClr>
              </a:solidFill>
              <a:latin typeface="Aptos" panose="020B0004020202020204" pitchFamily="34" charset="0"/>
            </a:endParaRPr>
          </a:p>
        </p:txBody>
      </p:sp>
      <p:sp>
        <p:nvSpPr>
          <p:cNvPr id="10" name="Footer Placeholder 5">
            <a:extLst>
              <a:ext uri="{FF2B5EF4-FFF2-40B4-BE49-F238E27FC236}">
                <a16:creationId xmlns:a16="http://schemas.microsoft.com/office/drawing/2014/main" id="{2BFA88C0-F0D5-7523-C7BC-300A417E5B10}"/>
              </a:ext>
            </a:extLst>
          </p:cNvPr>
          <p:cNvSpPr txBox="1">
            <a:spLocks/>
          </p:cNvSpPr>
          <p:nvPr/>
        </p:nvSpPr>
        <p:spPr>
          <a:xfrm>
            <a:off x="4002138" y="6529613"/>
            <a:ext cx="4187724" cy="365125"/>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2026 Kaizen Analytix LLC   |   All Rights Reserved.  CONFIDENTIAL &amp; PROPRIETARY</a:t>
            </a:r>
          </a:p>
        </p:txBody>
      </p:sp>
      <p:sp>
        <p:nvSpPr>
          <p:cNvPr id="14" name="Title 1">
            <a:extLst>
              <a:ext uri="{FF2B5EF4-FFF2-40B4-BE49-F238E27FC236}">
                <a16:creationId xmlns:a16="http://schemas.microsoft.com/office/drawing/2014/main" id="{20A08D49-A72F-F160-7A7A-E2F8A1E2976B}"/>
              </a:ext>
            </a:extLst>
          </p:cNvPr>
          <p:cNvSpPr>
            <a:spLocks noGrp="1"/>
          </p:cNvSpPr>
          <p:nvPr>
            <p:ph type="title"/>
          </p:nvPr>
        </p:nvSpPr>
        <p:spPr>
          <a:xfrm>
            <a:off x="1232453" y="0"/>
            <a:ext cx="10508106" cy="1068511"/>
          </a:xfrm>
          <a:prstGeom prst="rect">
            <a:avLst/>
          </a:prstGeom>
        </p:spPr>
        <p:txBody>
          <a:bodyPr>
            <a:noAutofit/>
          </a:bodyPr>
          <a:lstStyle>
            <a:lvl1pPr>
              <a:defRPr sz="2800" b="1">
                <a:solidFill>
                  <a:schemeClr val="tx2"/>
                </a:solidFill>
                <a:latin typeface="Aptos" panose="020B0004020202020204" pitchFamily="34" charset="0"/>
              </a:defRPr>
            </a:lvl1pPr>
          </a:lstStyle>
          <a:p>
            <a:r>
              <a:rPr lang="en-US"/>
              <a:t>Click to edit Master title style</a:t>
            </a:r>
          </a:p>
        </p:txBody>
      </p:sp>
    </p:spTree>
    <p:extLst>
      <p:ext uri="{BB962C8B-B14F-4D97-AF65-F5344CB8AC3E}">
        <p14:creationId xmlns:p14="http://schemas.microsoft.com/office/powerpoint/2010/main" val="27498122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 Grey">
    <p:bg>
      <p:bgPr>
        <a:solidFill>
          <a:schemeClr val="bg2"/>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B0A6940E-0322-C4B9-F4B4-94719AEEFEB3}"/>
              </a:ext>
            </a:extLst>
          </p:cNvPr>
          <p:cNvCxnSpPr>
            <a:cxnSpLocks/>
          </p:cNvCxnSpPr>
          <p:nvPr/>
        </p:nvCxnSpPr>
        <p:spPr>
          <a:xfrm>
            <a:off x="6096000" y="1365899"/>
            <a:ext cx="0" cy="4937760"/>
          </a:xfrm>
          <a:prstGeom prst="line">
            <a:avLst/>
          </a:prstGeom>
          <a:ln w="9525">
            <a:solidFill>
              <a:schemeClr val="bg2">
                <a:lumMod val="75000"/>
              </a:schemeClr>
            </a:solidFill>
          </a:ln>
        </p:spPr>
        <p:style>
          <a:lnRef idx="2">
            <a:schemeClr val="accent4"/>
          </a:lnRef>
          <a:fillRef idx="0">
            <a:schemeClr val="accent4"/>
          </a:fillRef>
          <a:effectRef idx="1">
            <a:schemeClr val="accent4"/>
          </a:effectRef>
          <a:fontRef idx="minor">
            <a:schemeClr val="tx1"/>
          </a:fontRef>
        </p:style>
      </p:cxnSp>
      <p:sp>
        <p:nvSpPr>
          <p:cNvPr id="11" name="Rectangle 10">
            <a:extLst>
              <a:ext uri="{FF2B5EF4-FFF2-40B4-BE49-F238E27FC236}">
                <a16:creationId xmlns:a16="http://schemas.microsoft.com/office/drawing/2014/main" id="{B5B99D81-98B9-6E9D-77E0-C12214877ED4}"/>
              </a:ext>
            </a:extLst>
          </p:cNvPr>
          <p:cNvSpPr/>
          <p:nvPr/>
        </p:nvSpPr>
        <p:spPr>
          <a:xfrm>
            <a:off x="0" y="-1"/>
            <a:ext cx="12192000" cy="10708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a:latin typeface="Aptos" panose="020B0004020202020204" pitchFamily="34" charset="0"/>
            </a:endParaRPr>
          </a:p>
        </p:txBody>
      </p:sp>
      <p:pic>
        <p:nvPicPr>
          <p:cNvPr id="14" name="Picture 13">
            <a:extLst>
              <a:ext uri="{FF2B5EF4-FFF2-40B4-BE49-F238E27FC236}">
                <a16:creationId xmlns:a16="http://schemas.microsoft.com/office/drawing/2014/main" id="{5A82A315-5B36-093F-94B5-E821498D0ED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68904" y="259935"/>
            <a:ext cx="549532" cy="548640"/>
          </a:xfrm>
          <a:prstGeom prst="rect">
            <a:avLst/>
          </a:prstGeom>
        </p:spPr>
      </p:pic>
      <p:cxnSp>
        <p:nvCxnSpPr>
          <p:cNvPr id="15" name="Straight Connector 14">
            <a:extLst>
              <a:ext uri="{FF2B5EF4-FFF2-40B4-BE49-F238E27FC236}">
                <a16:creationId xmlns:a16="http://schemas.microsoft.com/office/drawing/2014/main" id="{EBA02206-C766-2ACE-C3F0-8AFF292A6EC5}"/>
              </a:ext>
            </a:extLst>
          </p:cNvPr>
          <p:cNvCxnSpPr>
            <a:cxnSpLocks/>
          </p:cNvCxnSpPr>
          <p:nvPr/>
        </p:nvCxnSpPr>
        <p:spPr>
          <a:xfrm>
            <a:off x="1075445" y="273669"/>
            <a:ext cx="0" cy="55778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sp>
        <p:nvSpPr>
          <p:cNvPr id="2" name="Content Placeholder 2">
            <a:extLst>
              <a:ext uri="{FF2B5EF4-FFF2-40B4-BE49-F238E27FC236}">
                <a16:creationId xmlns:a16="http://schemas.microsoft.com/office/drawing/2014/main" id="{2EE3CDC7-7BF0-BCBB-9856-32B36C7F59A2}"/>
              </a:ext>
            </a:extLst>
          </p:cNvPr>
          <p:cNvSpPr>
            <a:spLocks noGrp="1"/>
          </p:cNvSpPr>
          <p:nvPr>
            <p:ph sz="half" idx="1"/>
          </p:nvPr>
        </p:nvSpPr>
        <p:spPr>
          <a:xfrm>
            <a:off x="415290" y="1335805"/>
            <a:ext cx="5181600" cy="4937760"/>
          </a:xfrm>
        </p:spPr>
        <p:txBody>
          <a:bodyPr>
            <a:noAutofit/>
          </a:bodyPr>
          <a:lstStyle>
            <a:lvl1pPr>
              <a:defRPr>
                <a:solidFill>
                  <a:schemeClr val="tx2"/>
                </a:solidFill>
                <a:latin typeface="Aptos" panose="020B0004020202020204" pitchFamily="34" charset="0"/>
              </a:defRPr>
            </a:lvl1pPr>
            <a:lvl2pPr>
              <a:defRPr>
                <a:solidFill>
                  <a:schemeClr val="tx2"/>
                </a:solidFill>
                <a:latin typeface="Aptos" panose="020B0004020202020204" pitchFamily="34" charset="0"/>
              </a:defRPr>
            </a:lvl2pPr>
            <a:lvl3pPr>
              <a:defRPr>
                <a:solidFill>
                  <a:schemeClr val="tx2"/>
                </a:solidFill>
                <a:latin typeface="Aptos" panose="020B0004020202020204" pitchFamily="34" charset="0"/>
              </a:defRPr>
            </a:lvl3pPr>
            <a:lvl4pPr>
              <a:defRPr>
                <a:solidFill>
                  <a:schemeClr val="tx2"/>
                </a:solidFill>
                <a:latin typeface="Aptos" panose="020B0004020202020204" pitchFamily="34" charset="0"/>
              </a:defRPr>
            </a:lvl4pPr>
            <a:lvl5pPr>
              <a:defRPr>
                <a:solidFill>
                  <a:schemeClr val="tx2"/>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41451DEE-C4E3-E5E7-31E4-D6EDEFF717A9}"/>
              </a:ext>
            </a:extLst>
          </p:cNvPr>
          <p:cNvSpPr>
            <a:spLocks noGrp="1"/>
          </p:cNvSpPr>
          <p:nvPr>
            <p:ph sz="half" idx="2"/>
          </p:nvPr>
        </p:nvSpPr>
        <p:spPr>
          <a:xfrm>
            <a:off x="6595110" y="1335805"/>
            <a:ext cx="5181600" cy="4937760"/>
          </a:xfrm>
        </p:spPr>
        <p:txBody>
          <a:bodyPr>
            <a:noAutofit/>
          </a:bodyPr>
          <a:lstStyle>
            <a:lvl1pPr>
              <a:defRPr>
                <a:solidFill>
                  <a:schemeClr val="tx2"/>
                </a:solidFill>
                <a:latin typeface="Aptos" panose="020B0004020202020204" pitchFamily="34" charset="0"/>
              </a:defRPr>
            </a:lvl1pPr>
            <a:lvl2pPr>
              <a:defRPr>
                <a:solidFill>
                  <a:schemeClr val="tx2"/>
                </a:solidFill>
                <a:latin typeface="Aptos" panose="020B0004020202020204" pitchFamily="34" charset="0"/>
              </a:defRPr>
            </a:lvl2pPr>
            <a:lvl3pPr>
              <a:defRPr>
                <a:solidFill>
                  <a:schemeClr val="tx2"/>
                </a:solidFill>
                <a:latin typeface="Aptos" panose="020B0004020202020204" pitchFamily="34" charset="0"/>
              </a:defRPr>
            </a:lvl3pPr>
            <a:lvl4pPr>
              <a:defRPr>
                <a:solidFill>
                  <a:schemeClr val="tx2"/>
                </a:solidFill>
                <a:latin typeface="Aptos" panose="020B0004020202020204" pitchFamily="34" charset="0"/>
              </a:defRPr>
            </a:lvl4pPr>
            <a:lvl5pPr>
              <a:defRPr>
                <a:solidFill>
                  <a:schemeClr val="tx2"/>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11">
            <a:extLst>
              <a:ext uri="{FF2B5EF4-FFF2-40B4-BE49-F238E27FC236}">
                <a16:creationId xmlns:a16="http://schemas.microsoft.com/office/drawing/2014/main" id="{1D09D42B-8300-519D-4B10-88BEF6A29CD1}"/>
              </a:ext>
            </a:extLst>
          </p:cNvPr>
          <p:cNvSpPr txBox="1">
            <a:spLocks/>
          </p:cNvSpPr>
          <p:nvPr/>
        </p:nvSpPr>
        <p:spPr>
          <a:xfrm>
            <a:off x="11669442" y="6293567"/>
            <a:ext cx="376421" cy="365125"/>
          </a:xfrm>
          <a:prstGeom prst="rect">
            <a:avLst/>
          </a:prstGeom>
        </p:spPr>
        <p:txBody>
          <a:bodyPr vert="horz" lIns="91440" tIns="45720" rIns="91440" bIns="45720" rtlCol="0" anchor="ctr">
            <a:noAutofit/>
          </a:bodyPr>
          <a:lstStyle>
            <a:defPPr>
              <a:defRPr lang="en-US"/>
            </a:defPPr>
            <a:lvl1pPr marL="0" algn="r" defTabSz="914400" rtl="0" eaLnBrk="1" latinLnBrk="0" hangingPunct="1">
              <a:defRPr sz="1200" kern="1200">
                <a:solidFill>
                  <a:schemeClr val="bg2">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452812-C10A-4AB2-8074-0CB7DB09664E}" type="slidenum">
              <a:rPr lang="en-US" smtClean="0">
                <a:solidFill>
                  <a:schemeClr val="bg1">
                    <a:lumMod val="65000"/>
                  </a:schemeClr>
                </a:solidFill>
                <a:latin typeface="Aptos" panose="020B0004020202020204" pitchFamily="34" charset="0"/>
              </a:rPr>
              <a:pPr/>
              <a:t>‹#›</a:t>
            </a:fld>
            <a:endParaRPr lang="en-US">
              <a:solidFill>
                <a:schemeClr val="bg1">
                  <a:lumMod val="65000"/>
                </a:schemeClr>
              </a:solidFill>
              <a:latin typeface="Aptos" panose="020B0004020202020204" pitchFamily="34" charset="0"/>
            </a:endParaRPr>
          </a:p>
        </p:txBody>
      </p:sp>
      <p:sp>
        <p:nvSpPr>
          <p:cNvPr id="6" name="Footer Placeholder 5">
            <a:extLst>
              <a:ext uri="{FF2B5EF4-FFF2-40B4-BE49-F238E27FC236}">
                <a16:creationId xmlns:a16="http://schemas.microsoft.com/office/drawing/2014/main" id="{3E5FAD1E-B556-0840-8108-9E70A29219A3}"/>
              </a:ext>
            </a:extLst>
          </p:cNvPr>
          <p:cNvSpPr txBox="1">
            <a:spLocks/>
          </p:cNvSpPr>
          <p:nvPr/>
        </p:nvSpPr>
        <p:spPr>
          <a:xfrm>
            <a:off x="4002138" y="6529613"/>
            <a:ext cx="4187724" cy="365125"/>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2026 Kaizen Analytix LLC   |   All Rights Reserved.  CONFIDENTIAL &amp; PROPRIETARY</a:t>
            </a:r>
          </a:p>
        </p:txBody>
      </p:sp>
      <p:sp>
        <p:nvSpPr>
          <p:cNvPr id="7" name="Title 1">
            <a:extLst>
              <a:ext uri="{FF2B5EF4-FFF2-40B4-BE49-F238E27FC236}">
                <a16:creationId xmlns:a16="http://schemas.microsoft.com/office/drawing/2014/main" id="{7BBD171A-CB1E-2D92-0D87-978EE216A46D}"/>
              </a:ext>
            </a:extLst>
          </p:cNvPr>
          <p:cNvSpPr>
            <a:spLocks noGrp="1"/>
          </p:cNvSpPr>
          <p:nvPr>
            <p:ph type="title"/>
          </p:nvPr>
        </p:nvSpPr>
        <p:spPr>
          <a:xfrm>
            <a:off x="1232453" y="0"/>
            <a:ext cx="10508106" cy="1068511"/>
          </a:xfrm>
          <a:prstGeom prst="rect">
            <a:avLst/>
          </a:prstGeom>
        </p:spPr>
        <p:txBody>
          <a:bodyPr>
            <a:noAutofit/>
          </a:bodyPr>
          <a:lstStyle>
            <a:lvl1pPr>
              <a:defRPr sz="2800" b="1">
                <a:solidFill>
                  <a:schemeClr val="tx2"/>
                </a:solidFill>
                <a:latin typeface="Aptos" panose="020B0004020202020204" pitchFamily="34" charset="0"/>
              </a:defRPr>
            </a:lvl1pPr>
          </a:lstStyle>
          <a:p>
            <a:r>
              <a:rPr lang="en-US"/>
              <a:t>Click to edit Master title style</a:t>
            </a:r>
          </a:p>
        </p:txBody>
      </p:sp>
    </p:spTree>
    <p:extLst>
      <p:ext uri="{BB962C8B-B14F-4D97-AF65-F5344CB8AC3E}">
        <p14:creationId xmlns:p14="http://schemas.microsoft.com/office/powerpoint/2010/main" val="29324937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Two Content">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F68C35-350E-CE5D-8981-EF798CE556C7}"/>
              </a:ext>
            </a:extLst>
          </p:cNvPr>
          <p:cNvSpPr>
            <a:spLocks noGrp="1"/>
          </p:cNvSpPr>
          <p:nvPr>
            <p:ph sz="half" idx="1"/>
          </p:nvPr>
        </p:nvSpPr>
        <p:spPr>
          <a:xfrm>
            <a:off x="415290" y="1335805"/>
            <a:ext cx="5181600" cy="4937760"/>
          </a:xfrm>
        </p:spPr>
        <p:txBody>
          <a:bodyPr>
            <a:noAutofit/>
          </a:bodyPr>
          <a:lstStyle>
            <a:lvl1pPr>
              <a:defRPr>
                <a:solidFill>
                  <a:schemeClr val="tx2"/>
                </a:solidFill>
                <a:latin typeface="Aptos" panose="020B0004020202020204" pitchFamily="34" charset="0"/>
              </a:defRPr>
            </a:lvl1pPr>
            <a:lvl2pPr>
              <a:defRPr>
                <a:solidFill>
                  <a:schemeClr val="tx2"/>
                </a:solidFill>
                <a:latin typeface="Aptos" panose="020B0004020202020204" pitchFamily="34" charset="0"/>
              </a:defRPr>
            </a:lvl2pPr>
            <a:lvl3pPr>
              <a:defRPr>
                <a:solidFill>
                  <a:schemeClr val="tx2"/>
                </a:solidFill>
                <a:latin typeface="Aptos" panose="020B0004020202020204" pitchFamily="34" charset="0"/>
              </a:defRPr>
            </a:lvl3pPr>
            <a:lvl4pPr>
              <a:defRPr>
                <a:solidFill>
                  <a:schemeClr val="tx2"/>
                </a:solidFill>
                <a:latin typeface="Aptos" panose="020B0004020202020204" pitchFamily="34" charset="0"/>
              </a:defRPr>
            </a:lvl4pPr>
            <a:lvl5pPr>
              <a:defRPr>
                <a:solidFill>
                  <a:schemeClr val="tx2"/>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6E616C89-F787-844F-FCC7-72825F74C258}"/>
              </a:ext>
            </a:extLst>
          </p:cNvPr>
          <p:cNvSpPr>
            <a:spLocks noGrp="1"/>
          </p:cNvSpPr>
          <p:nvPr>
            <p:ph sz="half" idx="2"/>
          </p:nvPr>
        </p:nvSpPr>
        <p:spPr>
          <a:xfrm>
            <a:off x="6595110" y="1335805"/>
            <a:ext cx="5181600" cy="4937760"/>
          </a:xfrm>
        </p:spPr>
        <p:txBody>
          <a:bodyPr>
            <a:noAutofit/>
          </a:bodyPr>
          <a:lstStyle>
            <a:lvl1pPr>
              <a:defRPr>
                <a:solidFill>
                  <a:schemeClr val="tx2"/>
                </a:solidFill>
                <a:latin typeface="Aptos" panose="020B0004020202020204" pitchFamily="34" charset="0"/>
              </a:defRPr>
            </a:lvl1pPr>
            <a:lvl2pPr>
              <a:defRPr>
                <a:solidFill>
                  <a:schemeClr val="tx2"/>
                </a:solidFill>
                <a:latin typeface="Aptos" panose="020B0004020202020204" pitchFamily="34" charset="0"/>
              </a:defRPr>
            </a:lvl2pPr>
            <a:lvl3pPr>
              <a:defRPr>
                <a:solidFill>
                  <a:schemeClr val="tx2"/>
                </a:solidFill>
                <a:latin typeface="Aptos" panose="020B0004020202020204" pitchFamily="34" charset="0"/>
              </a:defRPr>
            </a:lvl3pPr>
            <a:lvl4pPr>
              <a:defRPr>
                <a:solidFill>
                  <a:schemeClr val="tx2"/>
                </a:solidFill>
                <a:latin typeface="Aptos" panose="020B0004020202020204" pitchFamily="34" charset="0"/>
              </a:defRPr>
            </a:lvl4pPr>
            <a:lvl5pPr>
              <a:defRPr>
                <a:solidFill>
                  <a:schemeClr val="tx2"/>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12BAF23F-4857-CE23-0C13-352EBAD6B824}"/>
              </a:ext>
            </a:extLst>
          </p:cNvPr>
          <p:cNvCxnSpPr>
            <a:cxnSpLocks/>
          </p:cNvCxnSpPr>
          <p:nvPr/>
        </p:nvCxnSpPr>
        <p:spPr>
          <a:xfrm>
            <a:off x="6096000" y="1365899"/>
            <a:ext cx="0" cy="4937760"/>
          </a:xfrm>
          <a:prstGeom prst="line">
            <a:avLst/>
          </a:prstGeom>
          <a:ln w="9525">
            <a:solidFill>
              <a:schemeClr val="bg2">
                <a:lumMod val="75000"/>
              </a:schemeClr>
            </a:solidFill>
          </a:ln>
        </p:spPr>
        <p:style>
          <a:lnRef idx="2">
            <a:schemeClr val="accent4"/>
          </a:lnRef>
          <a:fillRef idx="0">
            <a:schemeClr val="accent4"/>
          </a:fillRef>
          <a:effectRef idx="1">
            <a:schemeClr val="accent4"/>
          </a:effectRef>
          <a:fontRef idx="minor">
            <a:schemeClr val="tx1"/>
          </a:fontRef>
        </p:style>
      </p:cxnSp>
      <p:sp>
        <p:nvSpPr>
          <p:cNvPr id="2" name="Title 1">
            <a:extLst>
              <a:ext uri="{FF2B5EF4-FFF2-40B4-BE49-F238E27FC236}">
                <a16:creationId xmlns:a16="http://schemas.microsoft.com/office/drawing/2014/main" id="{2420B123-0166-7A44-25CC-B977A3DB2055}"/>
              </a:ext>
            </a:extLst>
          </p:cNvPr>
          <p:cNvSpPr>
            <a:spLocks noGrp="1"/>
          </p:cNvSpPr>
          <p:nvPr>
            <p:ph type="title"/>
          </p:nvPr>
        </p:nvSpPr>
        <p:spPr>
          <a:xfrm>
            <a:off x="1232454" y="-55043"/>
            <a:ext cx="10508108" cy="941185"/>
          </a:xfrm>
          <a:prstGeom prst="rect">
            <a:avLst/>
          </a:prstGeom>
        </p:spPr>
        <p:txBody>
          <a:bodyPr>
            <a:noAutofit/>
          </a:bodyPr>
          <a:lstStyle>
            <a:lvl1pPr>
              <a:defRPr sz="2800" b="1">
                <a:solidFill>
                  <a:schemeClr val="tx2"/>
                </a:solidFill>
                <a:latin typeface="Aptos" panose="020B0004020202020204" pitchFamily="34" charset="0"/>
              </a:defRPr>
            </a:lvl1pPr>
          </a:lstStyle>
          <a:p>
            <a:r>
              <a:rPr lang="en-US"/>
              <a:t>Click to edit Master title style</a:t>
            </a:r>
          </a:p>
        </p:txBody>
      </p:sp>
      <p:sp>
        <p:nvSpPr>
          <p:cNvPr id="4" name="Text Placeholder 16">
            <a:extLst>
              <a:ext uri="{FF2B5EF4-FFF2-40B4-BE49-F238E27FC236}">
                <a16:creationId xmlns:a16="http://schemas.microsoft.com/office/drawing/2014/main" id="{1F084097-7A7F-B570-680E-586E180FFAB1}"/>
              </a:ext>
            </a:extLst>
          </p:cNvPr>
          <p:cNvSpPr>
            <a:spLocks noGrp="1"/>
          </p:cNvSpPr>
          <p:nvPr>
            <p:ph type="body" sz="quarter" idx="13"/>
          </p:nvPr>
        </p:nvSpPr>
        <p:spPr>
          <a:xfrm>
            <a:off x="1232454" y="568623"/>
            <a:ext cx="10508108" cy="317519"/>
          </a:xfrm>
        </p:spPr>
        <p:txBody>
          <a:bodyPr>
            <a:noAutofit/>
          </a:bodyPr>
          <a:lstStyle>
            <a:lvl1pPr>
              <a:buNone/>
              <a:defRPr sz="1800">
                <a:solidFill>
                  <a:schemeClr val="tx2"/>
                </a:solidFill>
                <a:latin typeface="Aptos" panose="020B0004020202020204" pitchFamily="34" charset="0"/>
              </a:defRPr>
            </a:lvl1pPr>
          </a:lstStyle>
          <a:p>
            <a:pPr lvl="0"/>
            <a:r>
              <a:rPr lang="en-US"/>
              <a:t>Click to edit Master text styles</a:t>
            </a:r>
          </a:p>
        </p:txBody>
      </p:sp>
      <p:pic>
        <p:nvPicPr>
          <p:cNvPr id="5" name="Picture 4">
            <a:extLst>
              <a:ext uri="{FF2B5EF4-FFF2-40B4-BE49-F238E27FC236}">
                <a16:creationId xmlns:a16="http://schemas.microsoft.com/office/drawing/2014/main" id="{9FB51E7C-5434-4801-2352-047A250D0EF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68904" y="259935"/>
            <a:ext cx="549532" cy="548640"/>
          </a:xfrm>
          <a:prstGeom prst="rect">
            <a:avLst/>
          </a:prstGeom>
        </p:spPr>
      </p:pic>
      <p:cxnSp>
        <p:nvCxnSpPr>
          <p:cNvPr id="7" name="Straight Connector 6">
            <a:extLst>
              <a:ext uri="{FF2B5EF4-FFF2-40B4-BE49-F238E27FC236}">
                <a16:creationId xmlns:a16="http://schemas.microsoft.com/office/drawing/2014/main" id="{0599AE70-C2CC-DED6-62CF-C870C9C05327}"/>
              </a:ext>
            </a:extLst>
          </p:cNvPr>
          <p:cNvCxnSpPr>
            <a:cxnSpLocks/>
          </p:cNvCxnSpPr>
          <p:nvPr/>
        </p:nvCxnSpPr>
        <p:spPr>
          <a:xfrm>
            <a:off x="1075445" y="273669"/>
            <a:ext cx="0" cy="55778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sp>
        <p:nvSpPr>
          <p:cNvPr id="11" name="Slide Number Placeholder 11">
            <a:extLst>
              <a:ext uri="{FF2B5EF4-FFF2-40B4-BE49-F238E27FC236}">
                <a16:creationId xmlns:a16="http://schemas.microsoft.com/office/drawing/2014/main" id="{F6382A95-4A91-372B-C87F-67E68610A7BD}"/>
              </a:ext>
            </a:extLst>
          </p:cNvPr>
          <p:cNvSpPr txBox="1">
            <a:spLocks/>
          </p:cNvSpPr>
          <p:nvPr/>
        </p:nvSpPr>
        <p:spPr>
          <a:xfrm>
            <a:off x="11669442" y="6293567"/>
            <a:ext cx="376421" cy="365125"/>
          </a:xfrm>
          <a:prstGeom prst="rect">
            <a:avLst/>
          </a:prstGeom>
        </p:spPr>
        <p:txBody>
          <a:bodyPr vert="horz" lIns="91440" tIns="45720" rIns="91440" bIns="45720" rtlCol="0" anchor="ctr">
            <a:noAutofit/>
          </a:bodyPr>
          <a:lstStyle>
            <a:defPPr>
              <a:defRPr lang="en-US"/>
            </a:defPPr>
            <a:lvl1pPr marL="0" algn="r" defTabSz="914400" rtl="0" eaLnBrk="1" latinLnBrk="0" hangingPunct="1">
              <a:defRPr sz="1200" kern="1200">
                <a:solidFill>
                  <a:schemeClr val="bg2">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452812-C10A-4AB2-8074-0CB7DB09664E}" type="slidenum">
              <a:rPr lang="en-US" smtClean="0">
                <a:solidFill>
                  <a:schemeClr val="bg1">
                    <a:lumMod val="65000"/>
                  </a:schemeClr>
                </a:solidFill>
                <a:latin typeface="Aptos" panose="020B0004020202020204" pitchFamily="34" charset="0"/>
              </a:rPr>
              <a:pPr/>
              <a:t>‹#›</a:t>
            </a:fld>
            <a:endParaRPr lang="en-US">
              <a:solidFill>
                <a:schemeClr val="bg1">
                  <a:lumMod val="65000"/>
                </a:schemeClr>
              </a:solidFill>
              <a:latin typeface="Aptos" panose="020B0004020202020204" pitchFamily="34" charset="0"/>
            </a:endParaRPr>
          </a:p>
        </p:txBody>
      </p:sp>
      <p:sp>
        <p:nvSpPr>
          <p:cNvPr id="10" name="Footer Placeholder 5">
            <a:extLst>
              <a:ext uri="{FF2B5EF4-FFF2-40B4-BE49-F238E27FC236}">
                <a16:creationId xmlns:a16="http://schemas.microsoft.com/office/drawing/2014/main" id="{2BFA88C0-F0D5-7523-C7BC-300A417E5B10}"/>
              </a:ext>
            </a:extLst>
          </p:cNvPr>
          <p:cNvSpPr txBox="1">
            <a:spLocks/>
          </p:cNvSpPr>
          <p:nvPr/>
        </p:nvSpPr>
        <p:spPr>
          <a:xfrm>
            <a:off x="4002138" y="6529613"/>
            <a:ext cx="4187724" cy="365125"/>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2026 Kaizen Analytix LLC   |   All Rights Reserved.  CONFIDENTIAL &amp; PROPRIETARY</a:t>
            </a:r>
          </a:p>
        </p:txBody>
      </p:sp>
    </p:spTree>
    <p:extLst>
      <p:ext uri="{BB962C8B-B14F-4D97-AF65-F5344CB8AC3E}">
        <p14:creationId xmlns:p14="http://schemas.microsoft.com/office/powerpoint/2010/main" val="1649405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Two Content, Grey">
    <p:bg>
      <p:bgPr>
        <a:solidFill>
          <a:schemeClr val="bg2"/>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B0A6940E-0322-C4B9-F4B4-94719AEEFEB3}"/>
              </a:ext>
            </a:extLst>
          </p:cNvPr>
          <p:cNvCxnSpPr>
            <a:cxnSpLocks/>
          </p:cNvCxnSpPr>
          <p:nvPr/>
        </p:nvCxnSpPr>
        <p:spPr>
          <a:xfrm>
            <a:off x="6096000" y="1365899"/>
            <a:ext cx="0" cy="4937760"/>
          </a:xfrm>
          <a:prstGeom prst="line">
            <a:avLst/>
          </a:prstGeom>
          <a:ln w="9525">
            <a:solidFill>
              <a:schemeClr val="bg2">
                <a:lumMod val="75000"/>
              </a:schemeClr>
            </a:solidFill>
          </a:ln>
        </p:spPr>
        <p:style>
          <a:lnRef idx="2">
            <a:schemeClr val="accent4"/>
          </a:lnRef>
          <a:fillRef idx="0">
            <a:schemeClr val="accent4"/>
          </a:fillRef>
          <a:effectRef idx="1">
            <a:schemeClr val="accent4"/>
          </a:effectRef>
          <a:fontRef idx="minor">
            <a:schemeClr val="tx1"/>
          </a:fontRef>
        </p:style>
      </p:cxnSp>
      <p:sp>
        <p:nvSpPr>
          <p:cNvPr id="11" name="Rectangle 10">
            <a:extLst>
              <a:ext uri="{FF2B5EF4-FFF2-40B4-BE49-F238E27FC236}">
                <a16:creationId xmlns:a16="http://schemas.microsoft.com/office/drawing/2014/main" id="{B5B99D81-98B9-6E9D-77E0-C12214877ED4}"/>
              </a:ext>
            </a:extLst>
          </p:cNvPr>
          <p:cNvSpPr/>
          <p:nvPr/>
        </p:nvSpPr>
        <p:spPr>
          <a:xfrm>
            <a:off x="0" y="-1"/>
            <a:ext cx="12192000" cy="10708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a:latin typeface="Aptos" panose="020B0004020202020204" pitchFamily="34" charset="0"/>
            </a:endParaRPr>
          </a:p>
        </p:txBody>
      </p:sp>
      <p:sp>
        <p:nvSpPr>
          <p:cNvPr id="12" name="Title 1">
            <a:extLst>
              <a:ext uri="{FF2B5EF4-FFF2-40B4-BE49-F238E27FC236}">
                <a16:creationId xmlns:a16="http://schemas.microsoft.com/office/drawing/2014/main" id="{CE864ADF-C15C-FB21-D527-560F2D62BBE5}"/>
              </a:ext>
            </a:extLst>
          </p:cNvPr>
          <p:cNvSpPr>
            <a:spLocks noGrp="1"/>
          </p:cNvSpPr>
          <p:nvPr>
            <p:ph type="title"/>
          </p:nvPr>
        </p:nvSpPr>
        <p:spPr>
          <a:xfrm>
            <a:off x="1232454" y="-55043"/>
            <a:ext cx="10508108" cy="941185"/>
          </a:xfrm>
          <a:prstGeom prst="rect">
            <a:avLst/>
          </a:prstGeom>
        </p:spPr>
        <p:txBody>
          <a:bodyPr>
            <a:noAutofit/>
          </a:bodyPr>
          <a:lstStyle>
            <a:lvl1pPr>
              <a:defRPr sz="2800" b="1">
                <a:solidFill>
                  <a:schemeClr val="tx2"/>
                </a:solidFill>
                <a:latin typeface="Aptos" panose="020B0004020202020204" pitchFamily="34" charset="0"/>
              </a:defRPr>
            </a:lvl1pPr>
          </a:lstStyle>
          <a:p>
            <a:r>
              <a:rPr lang="en-US"/>
              <a:t>Click to edit Master title style</a:t>
            </a:r>
          </a:p>
        </p:txBody>
      </p:sp>
      <p:sp>
        <p:nvSpPr>
          <p:cNvPr id="13" name="Text Placeholder 16">
            <a:extLst>
              <a:ext uri="{FF2B5EF4-FFF2-40B4-BE49-F238E27FC236}">
                <a16:creationId xmlns:a16="http://schemas.microsoft.com/office/drawing/2014/main" id="{79D356AE-FC84-5257-5B6F-4FEE77DBF775}"/>
              </a:ext>
            </a:extLst>
          </p:cNvPr>
          <p:cNvSpPr>
            <a:spLocks noGrp="1"/>
          </p:cNvSpPr>
          <p:nvPr>
            <p:ph type="body" sz="quarter" idx="13"/>
          </p:nvPr>
        </p:nvSpPr>
        <p:spPr>
          <a:xfrm>
            <a:off x="1232454" y="568623"/>
            <a:ext cx="10508108" cy="317519"/>
          </a:xfrm>
        </p:spPr>
        <p:txBody>
          <a:bodyPr>
            <a:noAutofit/>
          </a:bodyPr>
          <a:lstStyle>
            <a:lvl1pPr>
              <a:buNone/>
              <a:defRPr sz="1800">
                <a:solidFill>
                  <a:schemeClr val="tx2"/>
                </a:solidFill>
                <a:latin typeface="Aptos" panose="020B0004020202020204" pitchFamily="34" charset="0"/>
              </a:defRPr>
            </a:lvl1pPr>
          </a:lstStyle>
          <a:p>
            <a:pPr lvl="0"/>
            <a:r>
              <a:rPr lang="en-US"/>
              <a:t>Click to edit Master text styles</a:t>
            </a:r>
          </a:p>
        </p:txBody>
      </p:sp>
      <p:pic>
        <p:nvPicPr>
          <p:cNvPr id="14" name="Picture 13">
            <a:extLst>
              <a:ext uri="{FF2B5EF4-FFF2-40B4-BE49-F238E27FC236}">
                <a16:creationId xmlns:a16="http://schemas.microsoft.com/office/drawing/2014/main" id="{5A82A315-5B36-093F-94B5-E821498D0ED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68904" y="259935"/>
            <a:ext cx="549532" cy="548640"/>
          </a:xfrm>
          <a:prstGeom prst="rect">
            <a:avLst/>
          </a:prstGeom>
        </p:spPr>
      </p:pic>
      <p:cxnSp>
        <p:nvCxnSpPr>
          <p:cNvPr id="15" name="Straight Connector 14">
            <a:extLst>
              <a:ext uri="{FF2B5EF4-FFF2-40B4-BE49-F238E27FC236}">
                <a16:creationId xmlns:a16="http://schemas.microsoft.com/office/drawing/2014/main" id="{EBA02206-C766-2ACE-C3F0-8AFF292A6EC5}"/>
              </a:ext>
            </a:extLst>
          </p:cNvPr>
          <p:cNvCxnSpPr>
            <a:cxnSpLocks/>
          </p:cNvCxnSpPr>
          <p:nvPr/>
        </p:nvCxnSpPr>
        <p:spPr>
          <a:xfrm>
            <a:off x="1075445" y="273669"/>
            <a:ext cx="0" cy="55778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sp>
        <p:nvSpPr>
          <p:cNvPr id="2" name="Content Placeholder 2">
            <a:extLst>
              <a:ext uri="{FF2B5EF4-FFF2-40B4-BE49-F238E27FC236}">
                <a16:creationId xmlns:a16="http://schemas.microsoft.com/office/drawing/2014/main" id="{2EE3CDC7-7BF0-BCBB-9856-32B36C7F59A2}"/>
              </a:ext>
            </a:extLst>
          </p:cNvPr>
          <p:cNvSpPr>
            <a:spLocks noGrp="1"/>
          </p:cNvSpPr>
          <p:nvPr>
            <p:ph sz="half" idx="1"/>
          </p:nvPr>
        </p:nvSpPr>
        <p:spPr>
          <a:xfrm>
            <a:off x="415290" y="1335805"/>
            <a:ext cx="5181600" cy="4937760"/>
          </a:xfrm>
        </p:spPr>
        <p:txBody>
          <a:bodyPr>
            <a:noAutofit/>
          </a:bodyPr>
          <a:lstStyle>
            <a:lvl1pPr>
              <a:defRPr>
                <a:solidFill>
                  <a:schemeClr val="tx2"/>
                </a:solidFill>
                <a:latin typeface="Aptos" panose="020B0004020202020204" pitchFamily="34" charset="0"/>
              </a:defRPr>
            </a:lvl1pPr>
            <a:lvl2pPr>
              <a:defRPr>
                <a:solidFill>
                  <a:schemeClr val="tx2"/>
                </a:solidFill>
                <a:latin typeface="Aptos" panose="020B0004020202020204" pitchFamily="34" charset="0"/>
              </a:defRPr>
            </a:lvl2pPr>
            <a:lvl3pPr>
              <a:defRPr>
                <a:solidFill>
                  <a:schemeClr val="tx2"/>
                </a:solidFill>
                <a:latin typeface="Aptos" panose="020B0004020202020204" pitchFamily="34" charset="0"/>
              </a:defRPr>
            </a:lvl3pPr>
            <a:lvl4pPr>
              <a:defRPr>
                <a:solidFill>
                  <a:schemeClr val="tx2"/>
                </a:solidFill>
                <a:latin typeface="Aptos" panose="020B0004020202020204" pitchFamily="34" charset="0"/>
              </a:defRPr>
            </a:lvl4pPr>
            <a:lvl5pPr>
              <a:defRPr>
                <a:solidFill>
                  <a:schemeClr val="tx2"/>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41451DEE-C4E3-E5E7-31E4-D6EDEFF717A9}"/>
              </a:ext>
            </a:extLst>
          </p:cNvPr>
          <p:cNvSpPr>
            <a:spLocks noGrp="1"/>
          </p:cNvSpPr>
          <p:nvPr>
            <p:ph sz="half" idx="2"/>
          </p:nvPr>
        </p:nvSpPr>
        <p:spPr>
          <a:xfrm>
            <a:off x="6595110" y="1335805"/>
            <a:ext cx="5181600" cy="4937760"/>
          </a:xfrm>
        </p:spPr>
        <p:txBody>
          <a:bodyPr>
            <a:noAutofit/>
          </a:bodyPr>
          <a:lstStyle>
            <a:lvl1pPr>
              <a:defRPr>
                <a:solidFill>
                  <a:schemeClr val="tx2"/>
                </a:solidFill>
                <a:latin typeface="Aptos" panose="020B0004020202020204" pitchFamily="34" charset="0"/>
              </a:defRPr>
            </a:lvl1pPr>
            <a:lvl2pPr>
              <a:defRPr>
                <a:solidFill>
                  <a:schemeClr val="tx2"/>
                </a:solidFill>
                <a:latin typeface="Aptos" panose="020B0004020202020204" pitchFamily="34" charset="0"/>
              </a:defRPr>
            </a:lvl2pPr>
            <a:lvl3pPr>
              <a:defRPr>
                <a:solidFill>
                  <a:schemeClr val="tx2"/>
                </a:solidFill>
                <a:latin typeface="Aptos" panose="020B0004020202020204" pitchFamily="34" charset="0"/>
              </a:defRPr>
            </a:lvl3pPr>
            <a:lvl4pPr>
              <a:defRPr>
                <a:solidFill>
                  <a:schemeClr val="tx2"/>
                </a:solidFill>
                <a:latin typeface="Aptos" panose="020B0004020202020204" pitchFamily="34" charset="0"/>
              </a:defRPr>
            </a:lvl4pPr>
            <a:lvl5pPr>
              <a:defRPr>
                <a:solidFill>
                  <a:schemeClr val="tx2"/>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11">
            <a:extLst>
              <a:ext uri="{FF2B5EF4-FFF2-40B4-BE49-F238E27FC236}">
                <a16:creationId xmlns:a16="http://schemas.microsoft.com/office/drawing/2014/main" id="{1D09D42B-8300-519D-4B10-88BEF6A29CD1}"/>
              </a:ext>
            </a:extLst>
          </p:cNvPr>
          <p:cNvSpPr txBox="1">
            <a:spLocks/>
          </p:cNvSpPr>
          <p:nvPr/>
        </p:nvSpPr>
        <p:spPr>
          <a:xfrm>
            <a:off x="11669442" y="6293567"/>
            <a:ext cx="376421" cy="365125"/>
          </a:xfrm>
          <a:prstGeom prst="rect">
            <a:avLst/>
          </a:prstGeom>
        </p:spPr>
        <p:txBody>
          <a:bodyPr vert="horz" lIns="91440" tIns="45720" rIns="91440" bIns="45720" rtlCol="0" anchor="ctr">
            <a:noAutofit/>
          </a:bodyPr>
          <a:lstStyle>
            <a:defPPr>
              <a:defRPr lang="en-US"/>
            </a:defPPr>
            <a:lvl1pPr marL="0" algn="r" defTabSz="914400" rtl="0" eaLnBrk="1" latinLnBrk="0" hangingPunct="1">
              <a:defRPr sz="1200" kern="1200">
                <a:solidFill>
                  <a:schemeClr val="bg2">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452812-C10A-4AB2-8074-0CB7DB09664E}" type="slidenum">
              <a:rPr lang="en-US" smtClean="0">
                <a:solidFill>
                  <a:schemeClr val="bg1">
                    <a:lumMod val="65000"/>
                  </a:schemeClr>
                </a:solidFill>
                <a:latin typeface="Aptos" panose="020B0004020202020204" pitchFamily="34" charset="0"/>
              </a:rPr>
              <a:pPr/>
              <a:t>‹#›</a:t>
            </a:fld>
            <a:endParaRPr lang="en-US">
              <a:solidFill>
                <a:schemeClr val="bg1">
                  <a:lumMod val="65000"/>
                </a:schemeClr>
              </a:solidFill>
              <a:latin typeface="Aptos" panose="020B0004020202020204" pitchFamily="34" charset="0"/>
            </a:endParaRPr>
          </a:p>
        </p:txBody>
      </p:sp>
      <p:sp>
        <p:nvSpPr>
          <p:cNvPr id="6" name="Footer Placeholder 5">
            <a:extLst>
              <a:ext uri="{FF2B5EF4-FFF2-40B4-BE49-F238E27FC236}">
                <a16:creationId xmlns:a16="http://schemas.microsoft.com/office/drawing/2014/main" id="{3E5FAD1E-B556-0840-8108-9E70A29219A3}"/>
              </a:ext>
            </a:extLst>
          </p:cNvPr>
          <p:cNvSpPr txBox="1">
            <a:spLocks/>
          </p:cNvSpPr>
          <p:nvPr/>
        </p:nvSpPr>
        <p:spPr>
          <a:xfrm>
            <a:off x="4002138" y="6529613"/>
            <a:ext cx="4187724" cy="365125"/>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2026 Kaizen Analytix LLC   |   All Rights Reserved.  CONFIDENTIAL &amp; PROPRIETARY</a:t>
            </a:r>
          </a:p>
        </p:txBody>
      </p:sp>
    </p:spTree>
    <p:extLst>
      <p:ext uri="{BB962C8B-B14F-4D97-AF65-F5344CB8AC3E}">
        <p14:creationId xmlns:p14="http://schemas.microsoft.com/office/powerpoint/2010/main" val="23701618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7B7D3C-340E-49A2-8B85-0C4656234F7A}"/>
              </a:ext>
            </a:extLst>
          </p:cNvPr>
          <p:cNvSpPr>
            <a:spLocks noGrp="1"/>
          </p:cNvSpPr>
          <p:nvPr>
            <p:ph sz="half" idx="1"/>
          </p:nvPr>
        </p:nvSpPr>
        <p:spPr>
          <a:xfrm>
            <a:off x="415290" y="1889732"/>
            <a:ext cx="3566160" cy="4351338"/>
          </a:xfrm>
        </p:spPr>
        <p:txBody>
          <a:bodyPr>
            <a:noAutofit/>
          </a:bodyPr>
          <a:lstStyle>
            <a:lvl1pPr>
              <a:defRPr>
                <a:solidFill>
                  <a:schemeClr val="tx2"/>
                </a:solidFill>
                <a:latin typeface="Aptos" panose="020B0004020202020204" pitchFamily="34" charset="0"/>
              </a:defRPr>
            </a:lvl1pPr>
            <a:lvl2pPr>
              <a:defRPr>
                <a:solidFill>
                  <a:schemeClr val="tx2"/>
                </a:solidFill>
                <a:latin typeface="Aptos" panose="020B0004020202020204" pitchFamily="34" charset="0"/>
              </a:defRPr>
            </a:lvl2pPr>
            <a:lvl3pPr>
              <a:defRPr>
                <a:solidFill>
                  <a:schemeClr val="tx2"/>
                </a:solidFill>
                <a:latin typeface="Aptos" panose="020B0004020202020204" pitchFamily="34" charset="0"/>
              </a:defRPr>
            </a:lvl3pPr>
            <a:lvl4pPr>
              <a:defRPr>
                <a:solidFill>
                  <a:schemeClr val="tx2"/>
                </a:solidFill>
                <a:latin typeface="Aptos" panose="020B0004020202020204" pitchFamily="34" charset="0"/>
              </a:defRPr>
            </a:lvl4pPr>
            <a:lvl5pPr>
              <a:defRPr>
                <a:solidFill>
                  <a:schemeClr val="tx2"/>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ED058E-CD61-4F39-9E55-7F2715E46A18}"/>
              </a:ext>
            </a:extLst>
          </p:cNvPr>
          <p:cNvSpPr>
            <a:spLocks noGrp="1"/>
          </p:cNvSpPr>
          <p:nvPr>
            <p:ph sz="half" idx="2"/>
          </p:nvPr>
        </p:nvSpPr>
        <p:spPr>
          <a:xfrm>
            <a:off x="4311015" y="1889732"/>
            <a:ext cx="3566160" cy="4351338"/>
          </a:xfrm>
        </p:spPr>
        <p:txBody>
          <a:bodyPr>
            <a:noAutofit/>
          </a:bodyPr>
          <a:lstStyle>
            <a:lvl1pPr>
              <a:defRPr>
                <a:solidFill>
                  <a:schemeClr val="tx2"/>
                </a:solidFill>
                <a:latin typeface="Aptos" panose="020B0004020202020204" pitchFamily="34" charset="0"/>
              </a:defRPr>
            </a:lvl1pPr>
            <a:lvl2pPr>
              <a:defRPr>
                <a:solidFill>
                  <a:schemeClr val="tx2"/>
                </a:solidFill>
                <a:latin typeface="Aptos" panose="020B0004020202020204" pitchFamily="34" charset="0"/>
              </a:defRPr>
            </a:lvl2pPr>
            <a:lvl3pPr>
              <a:defRPr>
                <a:solidFill>
                  <a:schemeClr val="tx2"/>
                </a:solidFill>
                <a:latin typeface="Aptos" panose="020B0004020202020204" pitchFamily="34" charset="0"/>
              </a:defRPr>
            </a:lvl3pPr>
            <a:lvl4pPr>
              <a:defRPr>
                <a:solidFill>
                  <a:schemeClr val="tx2"/>
                </a:solidFill>
                <a:latin typeface="Aptos" panose="020B0004020202020204" pitchFamily="34" charset="0"/>
              </a:defRPr>
            </a:lvl4pPr>
            <a:lvl5pPr>
              <a:defRPr>
                <a:solidFill>
                  <a:schemeClr val="tx2"/>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5" name="Straight Connector 24">
            <a:extLst>
              <a:ext uri="{FF2B5EF4-FFF2-40B4-BE49-F238E27FC236}">
                <a16:creationId xmlns:a16="http://schemas.microsoft.com/office/drawing/2014/main" id="{44B25C78-ABF8-431D-905F-DE67C0864807}"/>
              </a:ext>
            </a:extLst>
          </p:cNvPr>
          <p:cNvCxnSpPr>
            <a:cxnSpLocks/>
          </p:cNvCxnSpPr>
          <p:nvPr/>
        </p:nvCxnSpPr>
        <p:spPr>
          <a:xfrm>
            <a:off x="4137992" y="1355807"/>
            <a:ext cx="0" cy="4937760"/>
          </a:xfrm>
          <a:prstGeom prst="line">
            <a:avLst/>
          </a:prstGeom>
          <a:ln w="9525">
            <a:solidFill>
              <a:schemeClr val="bg2">
                <a:lumMod val="75000"/>
              </a:schemeClr>
            </a:solidFill>
          </a:ln>
        </p:spPr>
        <p:style>
          <a:lnRef idx="2">
            <a:schemeClr val="accent4"/>
          </a:lnRef>
          <a:fillRef idx="0">
            <a:schemeClr val="accent4"/>
          </a:fillRef>
          <a:effectRef idx="1">
            <a:schemeClr val="accent4"/>
          </a:effectRef>
          <a:fontRef idx="minor">
            <a:schemeClr val="tx1"/>
          </a:fontRef>
        </p:style>
      </p:cxnSp>
      <p:sp>
        <p:nvSpPr>
          <p:cNvPr id="16" name="Content Placeholder 3">
            <a:extLst>
              <a:ext uri="{FF2B5EF4-FFF2-40B4-BE49-F238E27FC236}">
                <a16:creationId xmlns:a16="http://schemas.microsoft.com/office/drawing/2014/main" id="{26EB96F0-9F86-4726-B723-558E8338BF6D}"/>
              </a:ext>
            </a:extLst>
          </p:cNvPr>
          <p:cNvSpPr>
            <a:spLocks noGrp="1"/>
          </p:cNvSpPr>
          <p:nvPr>
            <p:ph sz="half" idx="14"/>
          </p:nvPr>
        </p:nvSpPr>
        <p:spPr>
          <a:xfrm>
            <a:off x="8206740" y="1889732"/>
            <a:ext cx="3566160" cy="4351338"/>
          </a:xfrm>
        </p:spPr>
        <p:txBody>
          <a:bodyPr>
            <a:noAutofit/>
          </a:bodyPr>
          <a:lstStyle>
            <a:lvl1pPr>
              <a:defRPr>
                <a:solidFill>
                  <a:schemeClr val="tx2"/>
                </a:solidFill>
                <a:latin typeface="Aptos" panose="020B0004020202020204" pitchFamily="34" charset="0"/>
              </a:defRPr>
            </a:lvl1pPr>
            <a:lvl2pPr>
              <a:defRPr>
                <a:solidFill>
                  <a:schemeClr val="tx2"/>
                </a:solidFill>
                <a:latin typeface="Aptos" panose="020B0004020202020204" pitchFamily="34" charset="0"/>
              </a:defRPr>
            </a:lvl2pPr>
            <a:lvl3pPr>
              <a:defRPr>
                <a:solidFill>
                  <a:schemeClr val="tx2"/>
                </a:solidFill>
                <a:latin typeface="Aptos" panose="020B0004020202020204" pitchFamily="34" charset="0"/>
              </a:defRPr>
            </a:lvl3pPr>
            <a:lvl4pPr>
              <a:defRPr>
                <a:solidFill>
                  <a:schemeClr val="tx2"/>
                </a:solidFill>
                <a:latin typeface="Aptos" panose="020B0004020202020204" pitchFamily="34" charset="0"/>
              </a:defRPr>
            </a:lvl4pPr>
            <a:lvl5pPr>
              <a:defRPr>
                <a:solidFill>
                  <a:schemeClr val="tx2"/>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7" name="Straight Connector 16">
            <a:extLst>
              <a:ext uri="{FF2B5EF4-FFF2-40B4-BE49-F238E27FC236}">
                <a16:creationId xmlns:a16="http://schemas.microsoft.com/office/drawing/2014/main" id="{4C78143A-BCD7-4C70-AA09-BE6B9C49A9B2}"/>
              </a:ext>
            </a:extLst>
          </p:cNvPr>
          <p:cNvCxnSpPr>
            <a:cxnSpLocks/>
          </p:cNvCxnSpPr>
          <p:nvPr/>
        </p:nvCxnSpPr>
        <p:spPr>
          <a:xfrm>
            <a:off x="8033047" y="1357978"/>
            <a:ext cx="0" cy="4937760"/>
          </a:xfrm>
          <a:prstGeom prst="line">
            <a:avLst/>
          </a:prstGeom>
          <a:ln w="9525">
            <a:solidFill>
              <a:schemeClr val="bg2">
                <a:lumMod val="75000"/>
              </a:schemeClr>
            </a:solidFill>
          </a:ln>
        </p:spPr>
        <p:style>
          <a:lnRef idx="2">
            <a:schemeClr val="accent4"/>
          </a:lnRef>
          <a:fillRef idx="0">
            <a:schemeClr val="accent4"/>
          </a:fillRef>
          <a:effectRef idx="1">
            <a:schemeClr val="accent4"/>
          </a:effectRef>
          <a:fontRef idx="minor">
            <a:schemeClr val="tx1"/>
          </a:fontRef>
        </p:style>
      </p:cxnSp>
      <p:sp>
        <p:nvSpPr>
          <p:cNvPr id="19" name="Text Placeholder 9">
            <a:extLst>
              <a:ext uri="{FF2B5EF4-FFF2-40B4-BE49-F238E27FC236}">
                <a16:creationId xmlns:a16="http://schemas.microsoft.com/office/drawing/2014/main" id="{43BAF4B3-12C4-4E1C-A3CA-E2C30A63903E}"/>
              </a:ext>
            </a:extLst>
          </p:cNvPr>
          <p:cNvSpPr>
            <a:spLocks noGrp="1"/>
          </p:cNvSpPr>
          <p:nvPr>
            <p:ph type="body" sz="quarter" idx="20"/>
          </p:nvPr>
        </p:nvSpPr>
        <p:spPr>
          <a:xfrm>
            <a:off x="415290" y="1466122"/>
            <a:ext cx="3566159" cy="422275"/>
          </a:xfrm>
        </p:spPr>
        <p:txBody>
          <a:bodyPr>
            <a:noAutofit/>
          </a:bodyPr>
          <a:lstStyle>
            <a:lvl1pPr marL="0" indent="0" algn="ctr">
              <a:buNone/>
              <a:defRPr sz="2000" b="1">
                <a:solidFill>
                  <a:schemeClr val="tx2"/>
                </a:solidFill>
                <a:latin typeface="Aptos" panose="020B0004020202020204" pitchFamily="34" charset="0"/>
              </a:defRPr>
            </a:lvl1pPr>
            <a:lvl2pPr marL="461963" indent="-4763" algn="ctr">
              <a:buNone/>
              <a:defRPr sz="1800">
                <a:latin typeface="URW DIN Demi" panose="00000700000000000000" pitchFamily="50" charset="0"/>
              </a:defRPr>
            </a:lvl2pPr>
            <a:lvl3pPr marL="914400" indent="0" algn="ctr">
              <a:buNone/>
              <a:defRPr sz="1600">
                <a:latin typeface="URW DIN Demi" panose="00000700000000000000" pitchFamily="50" charset="0"/>
              </a:defRPr>
            </a:lvl3pPr>
            <a:lvl4pPr marL="1376363" indent="-4763" algn="ctr">
              <a:buNone/>
              <a:defRPr sz="1400">
                <a:latin typeface="URW DIN Demi" panose="00000700000000000000" pitchFamily="50" charset="0"/>
              </a:defRPr>
            </a:lvl4pPr>
            <a:lvl5pPr algn="ctr">
              <a:buNone/>
              <a:defRPr sz="1400">
                <a:latin typeface="URW DIN Demi" panose="00000700000000000000" pitchFamily="50" charset="0"/>
              </a:defRPr>
            </a:lvl5pPr>
          </a:lstStyle>
          <a:p>
            <a:pPr lvl="0"/>
            <a:r>
              <a:rPr lang="en-US"/>
              <a:t>Click to edit Master text styles</a:t>
            </a:r>
          </a:p>
        </p:txBody>
      </p:sp>
      <p:sp>
        <p:nvSpPr>
          <p:cNvPr id="21" name="Text Placeholder 11">
            <a:extLst>
              <a:ext uri="{FF2B5EF4-FFF2-40B4-BE49-F238E27FC236}">
                <a16:creationId xmlns:a16="http://schemas.microsoft.com/office/drawing/2014/main" id="{C72D8B86-3856-4B34-B6D6-AD5714F85FB5}"/>
              </a:ext>
            </a:extLst>
          </p:cNvPr>
          <p:cNvSpPr>
            <a:spLocks noGrp="1"/>
          </p:cNvSpPr>
          <p:nvPr>
            <p:ph type="body" sz="quarter" idx="21"/>
          </p:nvPr>
        </p:nvSpPr>
        <p:spPr>
          <a:xfrm>
            <a:off x="4311352" y="1460617"/>
            <a:ext cx="3566159" cy="422569"/>
          </a:xfrm>
        </p:spPr>
        <p:txBody>
          <a:bodyPr>
            <a:noAutofit/>
          </a:bodyPr>
          <a:lstStyle>
            <a:lvl1pPr marL="0" indent="0" algn="ctr">
              <a:buNone/>
              <a:defRPr sz="2000" b="1">
                <a:solidFill>
                  <a:schemeClr val="tx2"/>
                </a:solidFill>
                <a:latin typeface="Aptos" panose="020B0004020202020204" pitchFamily="34" charset="0"/>
              </a:defRPr>
            </a:lvl1pPr>
            <a:lvl2pPr marL="461963" indent="-4763" algn="ctr">
              <a:buNone/>
              <a:defRPr sz="1800">
                <a:latin typeface="URW DIN Demi" panose="00000700000000000000" pitchFamily="50" charset="0"/>
              </a:defRPr>
            </a:lvl2pPr>
            <a:lvl3pPr marL="914400" indent="0" algn="ctr">
              <a:buNone/>
              <a:defRPr sz="1600">
                <a:latin typeface="URW DIN Demi" panose="00000700000000000000" pitchFamily="50" charset="0"/>
              </a:defRPr>
            </a:lvl3pPr>
            <a:lvl4pPr marL="1376363" indent="-4763" algn="ctr">
              <a:buNone/>
              <a:defRPr sz="1400">
                <a:latin typeface="URW DIN Demi" panose="00000700000000000000" pitchFamily="50" charset="0"/>
              </a:defRPr>
            </a:lvl4pPr>
            <a:lvl5pPr marL="1828800" indent="0" algn="ctr">
              <a:buNone/>
              <a:defRPr sz="1400">
                <a:latin typeface="URW DIN Demi" panose="00000700000000000000" pitchFamily="50" charset="0"/>
              </a:defRPr>
            </a:lvl5pPr>
          </a:lstStyle>
          <a:p>
            <a:pPr lvl="0"/>
            <a:r>
              <a:rPr lang="en-US"/>
              <a:t>Click to edit Master text styles</a:t>
            </a:r>
          </a:p>
        </p:txBody>
      </p:sp>
      <p:sp>
        <p:nvSpPr>
          <p:cNvPr id="22" name="Text Placeholder 19">
            <a:extLst>
              <a:ext uri="{FF2B5EF4-FFF2-40B4-BE49-F238E27FC236}">
                <a16:creationId xmlns:a16="http://schemas.microsoft.com/office/drawing/2014/main" id="{CB51B577-20F7-45C7-8636-FD9E4FBEFDAB}"/>
              </a:ext>
            </a:extLst>
          </p:cNvPr>
          <p:cNvSpPr>
            <a:spLocks noGrp="1"/>
          </p:cNvSpPr>
          <p:nvPr>
            <p:ph type="body" sz="quarter" idx="22"/>
          </p:nvPr>
        </p:nvSpPr>
        <p:spPr>
          <a:xfrm>
            <a:off x="8207413" y="1460617"/>
            <a:ext cx="3565487" cy="422275"/>
          </a:xfrm>
        </p:spPr>
        <p:txBody>
          <a:bodyPr>
            <a:noAutofit/>
          </a:bodyPr>
          <a:lstStyle>
            <a:lvl1pPr marL="0" indent="0" algn="ctr">
              <a:buNone/>
              <a:defRPr sz="2000" b="1">
                <a:solidFill>
                  <a:schemeClr val="tx2"/>
                </a:solidFill>
                <a:latin typeface="Aptos" panose="020B0004020202020204" pitchFamily="34" charset="0"/>
              </a:defRPr>
            </a:lvl1pPr>
            <a:lvl2pPr marL="461963" indent="-4763" algn="ctr">
              <a:buNone/>
              <a:defRPr sz="1800">
                <a:latin typeface="URW DIN Demi" panose="00000700000000000000" pitchFamily="50" charset="0"/>
              </a:defRPr>
            </a:lvl2pPr>
            <a:lvl3pPr marL="914400" indent="0" algn="ctr">
              <a:buNone/>
              <a:defRPr sz="1600">
                <a:latin typeface="URW DIN Demi" panose="00000700000000000000" pitchFamily="50" charset="0"/>
              </a:defRPr>
            </a:lvl3pPr>
            <a:lvl4pPr marL="1376363" indent="-4763" algn="ctr">
              <a:buNone/>
              <a:defRPr sz="1400">
                <a:latin typeface="URW DIN Demi" panose="00000700000000000000" pitchFamily="50" charset="0"/>
              </a:defRPr>
            </a:lvl4pPr>
            <a:lvl5pPr marL="1828800" indent="0" algn="ctr">
              <a:buNone/>
              <a:defRPr sz="1400">
                <a:latin typeface="URW DIN Demi" panose="00000700000000000000" pitchFamily="50" charset="0"/>
              </a:defRPr>
            </a:lvl5pPr>
          </a:lstStyle>
          <a:p>
            <a:pPr lvl="0"/>
            <a:r>
              <a:rPr lang="en-US"/>
              <a:t>Click to edit Master text styles</a:t>
            </a:r>
          </a:p>
        </p:txBody>
      </p:sp>
      <p:pic>
        <p:nvPicPr>
          <p:cNvPr id="6" name="Picture 5">
            <a:extLst>
              <a:ext uri="{FF2B5EF4-FFF2-40B4-BE49-F238E27FC236}">
                <a16:creationId xmlns:a16="http://schemas.microsoft.com/office/drawing/2014/main" id="{0C3E482C-AD58-7BB3-03C2-34C7659BCA2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68904" y="259935"/>
            <a:ext cx="549532" cy="548640"/>
          </a:xfrm>
          <a:prstGeom prst="rect">
            <a:avLst/>
          </a:prstGeom>
        </p:spPr>
      </p:pic>
      <p:cxnSp>
        <p:nvCxnSpPr>
          <p:cNvPr id="7" name="Straight Connector 6">
            <a:extLst>
              <a:ext uri="{FF2B5EF4-FFF2-40B4-BE49-F238E27FC236}">
                <a16:creationId xmlns:a16="http://schemas.microsoft.com/office/drawing/2014/main" id="{9D71FC3F-0A24-258D-5EC9-0F011F0F3C12}"/>
              </a:ext>
            </a:extLst>
          </p:cNvPr>
          <p:cNvCxnSpPr>
            <a:cxnSpLocks/>
          </p:cNvCxnSpPr>
          <p:nvPr/>
        </p:nvCxnSpPr>
        <p:spPr>
          <a:xfrm>
            <a:off x="1075445" y="273669"/>
            <a:ext cx="0" cy="55778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sp>
        <p:nvSpPr>
          <p:cNvPr id="10" name="Slide Number Placeholder 11">
            <a:extLst>
              <a:ext uri="{FF2B5EF4-FFF2-40B4-BE49-F238E27FC236}">
                <a16:creationId xmlns:a16="http://schemas.microsoft.com/office/drawing/2014/main" id="{4D8939CE-BAE9-FE1F-16E0-D139B443324D}"/>
              </a:ext>
            </a:extLst>
          </p:cNvPr>
          <p:cNvSpPr txBox="1">
            <a:spLocks/>
          </p:cNvSpPr>
          <p:nvPr/>
        </p:nvSpPr>
        <p:spPr>
          <a:xfrm>
            <a:off x="11669442" y="6293567"/>
            <a:ext cx="376421" cy="365125"/>
          </a:xfrm>
          <a:prstGeom prst="rect">
            <a:avLst/>
          </a:prstGeom>
        </p:spPr>
        <p:txBody>
          <a:bodyPr vert="horz" lIns="91440" tIns="45720" rIns="91440" bIns="45720" rtlCol="0" anchor="ctr">
            <a:noAutofit/>
          </a:bodyPr>
          <a:lstStyle>
            <a:defPPr>
              <a:defRPr lang="en-US"/>
            </a:defPPr>
            <a:lvl1pPr marL="0" algn="r" defTabSz="914400" rtl="0" eaLnBrk="1" latinLnBrk="0" hangingPunct="1">
              <a:defRPr sz="1200" kern="1200">
                <a:solidFill>
                  <a:schemeClr val="bg2">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452812-C10A-4AB2-8074-0CB7DB09664E}" type="slidenum">
              <a:rPr lang="en-US" smtClean="0">
                <a:solidFill>
                  <a:schemeClr val="bg1">
                    <a:lumMod val="65000"/>
                  </a:schemeClr>
                </a:solidFill>
                <a:latin typeface="Aptos" panose="020B0004020202020204" pitchFamily="34" charset="0"/>
              </a:rPr>
              <a:pPr/>
              <a:t>‹#›</a:t>
            </a:fld>
            <a:endParaRPr lang="en-US">
              <a:solidFill>
                <a:schemeClr val="bg1">
                  <a:lumMod val="65000"/>
                </a:schemeClr>
              </a:solidFill>
              <a:latin typeface="Aptos" panose="020B0004020202020204" pitchFamily="34" charset="0"/>
            </a:endParaRPr>
          </a:p>
        </p:txBody>
      </p:sp>
      <p:sp>
        <p:nvSpPr>
          <p:cNvPr id="8" name="Footer Placeholder 5">
            <a:extLst>
              <a:ext uri="{FF2B5EF4-FFF2-40B4-BE49-F238E27FC236}">
                <a16:creationId xmlns:a16="http://schemas.microsoft.com/office/drawing/2014/main" id="{62D599D1-6BBF-4520-2EDB-94C3C26AB1F8}"/>
              </a:ext>
            </a:extLst>
          </p:cNvPr>
          <p:cNvSpPr txBox="1">
            <a:spLocks/>
          </p:cNvSpPr>
          <p:nvPr/>
        </p:nvSpPr>
        <p:spPr>
          <a:xfrm>
            <a:off x="4002138" y="6529613"/>
            <a:ext cx="4187724" cy="365125"/>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2026 Kaizen Analytix LLC   |   All Rights Reserved.  CONFIDENTIAL &amp; PROPRIETARY</a:t>
            </a:r>
          </a:p>
        </p:txBody>
      </p:sp>
      <p:sp>
        <p:nvSpPr>
          <p:cNvPr id="11" name="Title 1">
            <a:extLst>
              <a:ext uri="{FF2B5EF4-FFF2-40B4-BE49-F238E27FC236}">
                <a16:creationId xmlns:a16="http://schemas.microsoft.com/office/drawing/2014/main" id="{D7B5846B-C1A7-B592-DF3C-5B6586CEA62E}"/>
              </a:ext>
            </a:extLst>
          </p:cNvPr>
          <p:cNvSpPr>
            <a:spLocks noGrp="1"/>
          </p:cNvSpPr>
          <p:nvPr>
            <p:ph type="title"/>
          </p:nvPr>
        </p:nvSpPr>
        <p:spPr>
          <a:xfrm>
            <a:off x="1232453" y="0"/>
            <a:ext cx="10508106" cy="1068511"/>
          </a:xfrm>
          <a:prstGeom prst="rect">
            <a:avLst/>
          </a:prstGeom>
        </p:spPr>
        <p:txBody>
          <a:bodyPr>
            <a:noAutofit/>
          </a:bodyPr>
          <a:lstStyle>
            <a:lvl1pPr>
              <a:defRPr sz="2800" b="1">
                <a:solidFill>
                  <a:schemeClr val="tx2"/>
                </a:solidFill>
                <a:latin typeface="Aptos" panose="020B0004020202020204" pitchFamily="34" charset="0"/>
              </a:defRPr>
            </a:lvl1pPr>
          </a:lstStyle>
          <a:p>
            <a:r>
              <a:rPr lang="en-US"/>
              <a:t>Click to edit Master title style</a:t>
            </a:r>
          </a:p>
        </p:txBody>
      </p:sp>
    </p:spTree>
    <p:extLst>
      <p:ext uri="{BB962C8B-B14F-4D97-AF65-F5344CB8AC3E}">
        <p14:creationId xmlns:p14="http://schemas.microsoft.com/office/powerpoint/2010/main" val="33026654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hree Content, Grey">
    <p:bg>
      <p:bgPr>
        <a:solidFill>
          <a:schemeClr val="bg2"/>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7B7D3C-340E-49A2-8B85-0C4656234F7A}"/>
              </a:ext>
            </a:extLst>
          </p:cNvPr>
          <p:cNvSpPr>
            <a:spLocks noGrp="1"/>
          </p:cNvSpPr>
          <p:nvPr>
            <p:ph sz="half" idx="1"/>
          </p:nvPr>
        </p:nvSpPr>
        <p:spPr>
          <a:xfrm>
            <a:off x="415290" y="1889732"/>
            <a:ext cx="3566160" cy="4351338"/>
          </a:xfrm>
        </p:spPr>
        <p:txBody>
          <a:bodyPr>
            <a:noAutofit/>
          </a:bodyPr>
          <a:lstStyle>
            <a:lvl1pPr>
              <a:defRPr>
                <a:solidFill>
                  <a:schemeClr val="tx2"/>
                </a:solidFill>
                <a:latin typeface="Aptos" panose="020B0004020202020204" pitchFamily="34" charset="0"/>
              </a:defRPr>
            </a:lvl1pPr>
            <a:lvl2pPr>
              <a:defRPr>
                <a:solidFill>
                  <a:schemeClr val="tx2"/>
                </a:solidFill>
                <a:latin typeface="Aptos" panose="020B0004020202020204" pitchFamily="34" charset="0"/>
              </a:defRPr>
            </a:lvl2pPr>
            <a:lvl3pPr>
              <a:defRPr>
                <a:solidFill>
                  <a:schemeClr val="tx2"/>
                </a:solidFill>
                <a:latin typeface="Aptos" panose="020B0004020202020204" pitchFamily="34" charset="0"/>
              </a:defRPr>
            </a:lvl3pPr>
            <a:lvl4pPr>
              <a:defRPr>
                <a:solidFill>
                  <a:schemeClr val="tx2"/>
                </a:solidFill>
                <a:latin typeface="Aptos" panose="020B0004020202020204" pitchFamily="34" charset="0"/>
              </a:defRPr>
            </a:lvl4pPr>
            <a:lvl5pPr>
              <a:defRPr>
                <a:solidFill>
                  <a:schemeClr val="tx2"/>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ED058E-CD61-4F39-9E55-7F2715E46A18}"/>
              </a:ext>
            </a:extLst>
          </p:cNvPr>
          <p:cNvSpPr>
            <a:spLocks noGrp="1"/>
          </p:cNvSpPr>
          <p:nvPr>
            <p:ph sz="half" idx="2"/>
          </p:nvPr>
        </p:nvSpPr>
        <p:spPr>
          <a:xfrm>
            <a:off x="4311015" y="1889732"/>
            <a:ext cx="3566160" cy="4351338"/>
          </a:xfrm>
        </p:spPr>
        <p:txBody>
          <a:bodyPr>
            <a:noAutofit/>
          </a:bodyPr>
          <a:lstStyle>
            <a:lvl1pPr>
              <a:defRPr>
                <a:solidFill>
                  <a:schemeClr val="tx2"/>
                </a:solidFill>
                <a:latin typeface="Aptos" panose="020B0004020202020204" pitchFamily="34" charset="0"/>
              </a:defRPr>
            </a:lvl1pPr>
            <a:lvl2pPr>
              <a:defRPr>
                <a:solidFill>
                  <a:schemeClr val="tx2"/>
                </a:solidFill>
                <a:latin typeface="Aptos" panose="020B0004020202020204" pitchFamily="34" charset="0"/>
              </a:defRPr>
            </a:lvl2pPr>
            <a:lvl3pPr>
              <a:defRPr>
                <a:solidFill>
                  <a:schemeClr val="tx2"/>
                </a:solidFill>
                <a:latin typeface="Aptos" panose="020B0004020202020204" pitchFamily="34" charset="0"/>
              </a:defRPr>
            </a:lvl3pPr>
            <a:lvl4pPr>
              <a:defRPr>
                <a:solidFill>
                  <a:schemeClr val="tx2"/>
                </a:solidFill>
                <a:latin typeface="Aptos" panose="020B0004020202020204" pitchFamily="34" charset="0"/>
              </a:defRPr>
            </a:lvl4pPr>
            <a:lvl5pPr>
              <a:defRPr>
                <a:solidFill>
                  <a:schemeClr val="tx2"/>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5" name="Straight Connector 24">
            <a:extLst>
              <a:ext uri="{FF2B5EF4-FFF2-40B4-BE49-F238E27FC236}">
                <a16:creationId xmlns:a16="http://schemas.microsoft.com/office/drawing/2014/main" id="{44B25C78-ABF8-431D-905F-DE67C0864807}"/>
              </a:ext>
            </a:extLst>
          </p:cNvPr>
          <p:cNvCxnSpPr>
            <a:cxnSpLocks/>
          </p:cNvCxnSpPr>
          <p:nvPr/>
        </p:nvCxnSpPr>
        <p:spPr>
          <a:xfrm>
            <a:off x="4137992" y="1355807"/>
            <a:ext cx="0" cy="4937760"/>
          </a:xfrm>
          <a:prstGeom prst="line">
            <a:avLst/>
          </a:prstGeom>
          <a:ln w="9525">
            <a:solidFill>
              <a:schemeClr val="bg2">
                <a:lumMod val="75000"/>
              </a:schemeClr>
            </a:solidFill>
          </a:ln>
        </p:spPr>
        <p:style>
          <a:lnRef idx="2">
            <a:schemeClr val="accent4"/>
          </a:lnRef>
          <a:fillRef idx="0">
            <a:schemeClr val="accent4"/>
          </a:fillRef>
          <a:effectRef idx="1">
            <a:schemeClr val="accent4"/>
          </a:effectRef>
          <a:fontRef idx="minor">
            <a:schemeClr val="tx1"/>
          </a:fontRef>
        </p:style>
      </p:cxnSp>
      <p:sp>
        <p:nvSpPr>
          <p:cNvPr id="16" name="Content Placeholder 3">
            <a:extLst>
              <a:ext uri="{FF2B5EF4-FFF2-40B4-BE49-F238E27FC236}">
                <a16:creationId xmlns:a16="http://schemas.microsoft.com/office/drawing/2014/main" id="{26EB96F0-9F86-4726-B723-558E8338BF6D}"/>
              </a:ext>
            </a:extLst>
          </p:cNvPr>
          <p:cNvSpPr>
            <a:spLocks noGrp="1"/>
          </p:cNvSpPr>
          <p:nvPr>
            <p:ph sz="half" idx="14"/>
          </p:nvPr>
        </p:nvSpPr>
        <p:spPr>
          <a:xfrm>
            <a:off x="8206740" y="1889732"/>
            <a:ext cx="3566160" cy="4351338"/>
          </a:xfrm>
        </p:spPr>
        <p:txBody>
          <a:bodyPr>
            <a:noAutofit/>
          </a:bodyPr>
          <a:lstStyle>
            <a:lvl1pPr>
              <a:defRPr>
                <a:solidFill>
                  <a:schemeClr val="tx2"/>
                </a:solidFill>
                <a:latin typeface="Aptos" panose="020B0004020202020204" pitchFamily="34" charset="0"/>
              </a:defRPr>
            </a:lvl1pPr>
            <a:lvl2pPr>
              <a:defRPr>
                <a:solidFill>
                  <a:schemeClr val="tx2"/>
                </a:solidFill>
                <a:latin typeface="Aptos" panose="020B0004020202020204" pitchFamily="34" charset="0"/>
              </a:defRPr>
            </a:lvl2pPr>
            <a:lvl3pPr>
              <a:defRPr>
                <a:solidFill>
                  <a:schemeClr val="tx2"/>
                </a:solidFill>
                <a:latin typeface="Aptos" panose="020B0004020202020204" pitchFamily="34" charset="0"/>
              </a:defRPr>
            </a:lvl3pPr>
            <a:lvl4pPr>
              <a:defRPr>
                <a:solidFill>
                  <a:schemeClr val="tx2"/>
                </a:solidFill>
                <a:latin typeface="Aptos" panose="020B0004020202020204" pitchFamily="34" charset="0"/>
              </a:defRPr>
            </a:lvl4pPr>
            <a:lvl5pPr>
              <a:defRPr>
                <a:solidFill>
                  <a:schemeClr val="tx2"/>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7" name="Straight Connector 16">
            <a:extLst>
              <a:ext uri="{FF2B5EF4-FFF2-40B4-BE49-F238E27FC236}">
                <a16:creationId xmlns:a16="http://schemas.microsoft.com/office/drawing/2014/main" id="{4C78143A-BCD7-4C70-AA09-BE6B9C49A9B2}"/>
              </a:ext>
            </a:extLst>
          </p:cNvPr>
          <p:cNvCxnSpPr>
            <a:cxnSpLocks/>
          </p:cNvCxnSpPr>
          <p:nvPr/>
        </p:nvCxnSpPr>
        <p:spPr>
          <a:xfrm>
            <a:off x="8033047" y="1357978"/>
            <a:ext cx="0" cy="4937760"/>
          </a:xfrm>
          <a:prstGeom prst="line">
            <a:avLst/>
          </a:prstGeom>
          <a:ln w="9525">
            <a:solidFill>
              <a:schemeClr val="bg2">
                <a:lumMod val="75000"/>
              </a:schemeClr>
            </a:solidFill>
          </a:ln>
        </p:spPr>
        <p:style>
          <a:lnRef idx="2">
            <a:schemeClr val="accent4"/>
          </a:lnRef>
          <a:fillRef idx="0">
            <a:schemeClr val="accent4"/>
          </a:fillRef>
          <a:effectRef idx="1">
            <a:schemeClr val="accent4"/>
          </a:effectRef>
          <a:fontRef idx="minor">
            <a:schemeClr val="tx1"/>
          </a:fontRef>
        </p:style>
      </p:cxnSp>
      <p:sp>
        <p:nvSpPr>
          <p:cNvPr id="19" name="Text Placeholder 9">
            <a:extLst>
              <a:ext uri="{FF2B5EF4-FFF2-40B4-BE49-F238E27FC236}">
                <a16:creationId xmlns:a16="http://schemas.microsoft.com/office/drawing/2014/main" id="{43BAF4B3-12C4-4E1C-A3CA-E2C30A63903E}"/>
              </a:ext>
            </a:extLst>
          </p:cNvPr>
          <p:cNvSpPr>
            <a:spLocks noGrp="1"/>
          </p:cNvSpPr>
          <p:nvPr>
            <p:ph type="body" sz="quarter" idx="20"/>
          </p:nvPr>
        </p:nvSpPr>
        <p:spPr>
          <a:xfrm>
            <a:off x="415290" y="1466122"/>
            <a:ext cx="3566159" cy="422275"/>
          </a:xfrm>
        </p:spPr>
        <p:txBody>
          <a:bodyPr>
            <a:noAutofit/>
          </a:bodyPr>
          <a:lstStyle>
            <a:lvl1pPr marL="0" indent="0" algn="ctr">
              <a:buNone/>
              <a:defRPr sz="2000" b="1">
                <a:solidFill>
                  <a:schemeClr val="tx2"/>
                </a:solidFill>
                <a:latin typeface="Aptos" panose="020B0004020202020204" pitchFamily="34" charset="0"/>
              </a:defRPr>
            </a:lvl1pPr>
            <a:lvl2pPr marL="461963" indent="-4763" algn="ctr">
              <a:buNone/>
              <a:defRPr sz="1800">
                <a:latin typeface="URW DIN Demi" panose="00000700000000000000" pitchFamily="50" charset="0"/>
              </a:defRPr>
            </a:lvl2pPr>
            <a:lvl3pPr marL="914400" indent="0" algn="ctr">
              <a:buNone/>
              <a:defRPr sz="1600">
                <a:latin typeface="URW DIN Demi" panose="00000700000000000000" pitchFamily="50" charset="0"/>
              </a:defRPr>
            </a:lvl3pPr>
            <a:lvl4pPr marL="1376363" indent="-4763" algn="ctr">
              <a:buNone/>
              <a:defRPr sz="1400">
                <a:latin typeface="URW DIN Demi" panose="00000700000000000000" pitchFamily="50" charset="0"/>
              </a:defRPr>
            </a:lvl4pPr>
            <a:lvl5pPr algn="ctr">
              <a:buNone/>
              <a:defRPr sz="1400">
                <a:latin typeface="URW DIN Demi" panose="00000700000000000000" pitchFamily="50" charset="0"/>
              </a:defRPr>
            </a:lvl5pPr>
          </a:lstStyle>
          <a:p>
            <a:pPr lvl="0"/>
            <a:r>
              <a:rPr lang="en-US"/>
              <a:t>Click to edit Master text styles</a:t>
            </a:r>
          </a:p>
        </p:txBody>
      </p:sp>
      <p:sp>
        <p:nvSpPr>
          <p:cNvPr id="21" name="Text Placeholder 11">
            <a:extLst>
              <a:ext uri="{FF2B5EF4-FFF2-40B4-BE49-F238E27FC236}">
                <a16:creationId xmlns:a16="http://schemas.microsoft.com/office/drawing/2014/main" id="{C72D8B86-3856-4B34-B6D6-AD5714F85FB5}"/>
              </a:ext>
            </a:extLst>
          </p:cNvPr>
          <p:cNvSpPr>
            <a:spLocks noGrp="1"/>
          </p:cNvSpPr>
          <p:nvPr>
            <p:ph type="body" sz="quarter" idx="21"/>
          </p:nvPr>
        </p:nvSpPr>
        <p:spPr>
          <a:xfrm>
            <a:off x="4311352" y="1460617"/>
            <a:ext cx="3566159" cy="422569"/>
          </a:xfrm>
        </p:spPr>
        <p:txBody>
          <a:bodyPr>
            <a:noAutofit/>
          </a:bodyPr>
          <a:lstStyle>
            <a:lvl1pPr marL="0" indent="0" algn="ctr">
              <a:buNone/>
              <a:defRPr sz="2000" b="1">
                <a:solidFill>
                  <a:schemeClr val="tx2"/>
                </a:solidFill>
                <a:latin typeface="Aptos" panose="020B0004020202020204" pitchFamily="34" charset="0"/>
              </a:defRPr>
            </a:lvl1pPr>
            <a:lvl2pPr marL="461963" indent="-4763" algn="ctr">
              <a:buNone/>
              <a:defRPr sz="1800">
                <a:latin typeface="URW DIN Demi" panose="00000700000000000000" pitchFamily="50" charset="0"/>
              </a:defRPr>
            </a:lvl2pPr>
            <a:lvl3pPr marL="914400" indent="0" algn="ctr">
              <a:buNone/>
              <a:defRPr sz="1600">
                <a:latin typeface="URW DIN Demi" panose="00000700000000000000" pitchFamily="50" charset="0"/>
              </a:defRPr>
            </a:lvl3pPr>
            <a:lvl4pPr marL="1376363" indent="-4763" algn="ctr">
              <a:buNone/>
              <a:defRPr sz="1400">
                <a:latin typeface="URW DIN Demi" panose="00000700000000000000" pitchFamily="50" charset="0"/>
              </a:defRPr>
            </a:lvl4pPr>
            <a:lvl5pPr marL="1828800" indent="0" algn="ctr">
              <a:buNone/>
              <a:defRPr sz="1400">
                <a:latin typeface="URW DIN Demi" panose="00000700000000000000" pitchFamily="50" charset="0"/>
              </a:defRPr>
            </a:lvl5pPr>
          </a:lstStyle>
          <a:p>
            <a:pPr lvl="0"/>
            <a:r>
              <a:rPr lang="en-US"/>
              <a:t>Click to edit Master text styles</a:t>
            </a:r>
          </a:p>
        </p:txBody>
      </p:sp>
      <p:sp>
        <p:nvSpPr>
          <p:cNvPr id="22" name="Text Placeholder 19">
            <a:extLst>
              <a:ext uri="{FF2B5EF4-FFF2-40B4-BE49-F238E27FC236}">
                <a16:creationId xmlns:a16="http://schemas.microsoft.com/office/drawing/2014/main" id="{CB51B577-20F7-45C7-8636-FD9E4FBEFDAB}"/>
              </a:ext>
            </a:extLst>
          </p:cNvPr>
          <p:cNvSpPr>
            <a:spLocks noGrp="1"/>
          </p:cNvSpPr>
          <p:nvPr>
            <p:ph type="body" sz="quarter" idx="22"/>
          </p:nvPr>
        </p:nvSpPr>
        <p:spPr>
          <a:xfrm>
            <a:off x="8207413" y="1460617"/>
            <a:ext cx="3565487" cy="422275"/>
          </a:xfrm>
        </p:spPr>
        <p:txBody>
          <a:bodyPr>
            <a:noAutofit/>
          </a:bodyPr>
          <a:lstStyle>
            <a:lvl1pPr marL="0" indent="0" algn="ctr">
              <a:buNone/>
              <a:defRPr sz="2000" b="1">
                <a:solidFill>
                  <a:schemeClr val="tx2"/>
                </a:solidFill>
                <a:latin typeface="Aptos" panose="020B0004020202020204" pitchFamily="34" charset="0"/>
              </a:defRPr>
            </a:lvl1pPr>
            <a:lvl2pPr marL="461963" indent="-4763" algn="ctr">
              <a:buNone/>
              <a:defRPr sz="1800">
                <a:latin typeface="URW DIN Demi" panose="00000700000000000000" pitchFamily="50" charset="0"/>
              </a:defRPr>
            </a:lvl2pPr>
            <a:lvl3pPr marL="914400" indent="0" algn="ctr">
              <a:buNone/>
              <a:defRPr sz="1600">
                <a:latin typeface="URW DIN Demi" panose="00000700000000000000" pitchFamily="50" charset="0"/>
              </a:defRPr>
            </a:lvl3pPr>
            <a:lvl4pPr marL="1376363" indent="-4763" algn="ctr">
              <a:buNone/>
              <a:defRPr sz="1400">
                <a:latin typeface="URW DIN Demi" panose="00000700000000000000" pitchFamily="50" charset="0"/>
              </a:defRPr>
            </a:lvl4pPr>
            <a:lvl5pPr marL="1828800" indent="0" algn="ctr">
              <a:buNone/>
              <a:defRPr sz="1400">
                <a:latin typeface="URW DIN Demi" panose="00000700000000000000" pitchFamily="50" charset="0"/>
              </a:defRPr>
            </a:lvl5pPr>
          </a:lstStyle>
          <a:p>
            <a:pPr lvl="0"/>
            <a:r>
              <a:rPr lang="en-US"/>
              <a:t>Click to edit Master text styles</a:t>
            </a:r>
          </a:p>
        </p:txBody>
      </p:sp>
      <p:sp>
        <p:nvSpPr>
          <p:cNvPr id="10" name="Rectangle 9">
            <a:extLst>
              <a:ext uri="{FF2B5EF4-FFF2-40B4-BE49-F238E27FC236}">
                <a16:creationId xmlns:a16="http://schemas.microsoft.com/office/drawing/2014/main" id="{D361D8CE-576A-0CD1-EA6F-0B6EFAE16F75}"/>
              </a:ext>
            </a:extLst>
          </p:cNvPr>
          <p:cNvSpPr/>
          <p:nvPr/>
        </p:nvSpPr>
        <p:spPr>
          <a:xfrm>
            <a:off x="0" y="-1"/>
            <a:ext cx="12192000" cy="10708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a:latin typeface="Aptos" panose="020B0004020202020204" pitchFamily="34" charset="0"/>
            </a:endParaRPr>
          </a:p>
        </p:txBody>
      </p:sp>
      <p:pic>
        <p:nvPicPr>
          <p:cNvPr id="13" name="Picture 12">
            <a:extLst>
              <a:ext uri="{FF2B5EF4-FFF2-40B4-BE49-F238E27FC236}">
                <a16:creationId xmlns:a16="http://schemas.microsoft.com/office/drawing/2014/main" id="{11ED4CEA-3EBA-5409-BD5D-726F323D50A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68904" y="259935"/>
            <a:ext cx="549532" cy="548640"/>
          </a:xfrm>
          <a:prstGeom prst="rect">
            <a:avLst/>
          </a:prstGeom>
        </p:spPr>
      </p:pic>
      <p:cxnSp>
        <p:nvCxnSpPr>
          <p:cNvPr id="18" name="Straight Connector 17">
            <a:extLst>
              <a:ext uri="{FF2B5EF4-FFF2-40B4-BE49-F238E27FC236}">
                <a16:creationId xmlns:a16="http://schemas.microsoft.com/office/drawing/2014/main" id="{7B7E9B70-5A1E-43F7-9B81-1BB33A62D4D4}"/>
              </a:ext>
            </a:extLst>
          </p:cNvPr>
          <p:cNvCxnSpPr>
            <a:cxnSpLocks/>
          </p:cNvCxnSpPr>
          <p:nvPr/>
        </p:nvCxnSpPr>
        <p:spPr>
          <a:xfrm>
            <a:off x="1075445" y="273669"/>
            <a:ext cx="0" cy="55778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sp>
        <p:nvSpPr>
          <p:cNvPr id="6" name="Slide Number Placeholder 11">
            <a:extLst>
              <a:ext uri="{FF2B5EF4-FFF2-40B4-BE49-F238E27FC236}">
                <a16:creationId xmlns:a16="http://schemas.microsoft.com/office/drawing/2014/main" id="{8936C452-CD4F-31B0-513D-8DF2DC4DF484}"/>
              </a:ext>
            </a:extLst>
          </p:cNvPr>
          <p:cNvSpPr txBox="1">
            <a:spLocks/>
          </p:cNvSpPr>
          <p:nvPr/>
        </p:nvSpPr>
        <p:spPr>
          <a:xfrm>
            <a:off x="11669442" y="6293567"/>
            <a:ext cx="376421" cy="365125"/>
          </a:xfrm>
          <a:prstGeom prst="rect">
            <a:avLst/>
          </a:prstGeom>
        </p:spPr>
        <p:txBody>
          <a:bodyPr vert="horz" lIns="91440" tIns="45720" rIns="91440" bIns="45720" rtlCol="0" anchor="ctr">
            <a:noAutofit/>
          </a:bodyPr>
          <a:lstStyle>
            <a:defPPr>
              <a:defRPr lang="en-US"/>
            </a:defPPr>
            <a:lvl1pPr marL="0" algn="r" defTabSz="914400" rtl="0" eaLnBrk="1" latinLnBrk="0" hangingPunct="1">
              <a:defRPr sz="1200" kern="1200">
                <a:solidFill>
                  <a:schemeClr val="bg2">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452812-C10A-4AB2-8074-0CB7DB09664E}" type="slidenum">
              <a:rPr lang="en-US" smtClean="0">
                <a:solidFill>
                  <a:schemeClr val="bg1">
                    <a:lumMod val="65000"/>
                  </a:schemeClr>
                </a:solidFill>
                <a:latin typeface="Aptos" panose="020B0004020202020204" pitchFamily="34" charset="0"/>
              </a:rPr>
              <a:pPr/>
              <a:t>‹#›</a:t>
            </a:fld>
            <a:endParaRPr lang="en-US">
              <a:solidFill>
                <a:schemeClr val="bg1">
                  <a:lumMod val="65000"/>
                </a:schemeClr>
              </a:solidFill>
              <a:latin typeface="Aptos" panose="020B0004020202020204" pitchFamily="34" charset="0"/>
            </a:endParaRPr>
          </a:p>
        </p:txBody>
      </p:sp>
      <p:sp>
        <p:nvSpPr>
          <p:cNvPr id="2" name="Footer Placeholder 5">
            <a:extLst>
              <a:ext uri="{FF2B5EF4-FFF2-40B4-BE49-F238E27FC236}">
                <a16:creationId xmlns:a16="http://schemas.microsoft.com/office/drawing/2014/main" id="{718C61B4-9723-F9E1-660D-056C23C0F8FD}"/>
              </a:ext>
            </a:extLst>
          </p:cNvPr>
          <p:cNvSpPr txBox="1">
            <a:spLocks/>
          </p:cNvSpPr>
          <p:nvPr/>
        </p:nvSpPr>
        <p:spPr>
          <a:xfrm>
            <a:off x="4002138" y="6529613"/>
            <a:ext cx="4187724" cy="365125"/>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2026 Kaizen Analytix LLC   |   All Rights Reserved.  CONFIDENTIAL &amp; PROPRIETARY</a:t>
            </a:r>
          </a:p>
        </p:txBody>
      </p:sp>
      <p:sp>
        <p:nvSpPr>
          <p:cNvPr id="7" name="Title 1">
            <a:extLst>
              <a:ext uri="{FF2B5EF4-FFF2-40B4-BE49-F238E27FC236}">
                <a16:creationId xmlns:a16="http://schemas.microsoft.com/office/drawing/2014/main" id="{24D22D27-F2A3-4F58-6ABF-E834CA7F455F}"/>
              </a:ext>
            </a:extLst>
          </p:cNvPr>
          <p:cNvSpPr>
            <a:spLocks noGrp="1"/>
          </p:cNvSpPr>
          <p:nvPr>
            <p:ph type="title"/>
          </p:nvPr>
        </p:nvSpPr>
        <p:spPr>
          <a:xfrm>
            <a:off x="1232453" y="0"/>
            <a:ext cx="10508106" cy="1068511"/>
          </a:xfrm>
          <a:prstGeom prst="rect">
            <a:avLst/>
          </a:prstGeom>
        </p:spPr>
        <p:txBody>
          <a:bodyPr>
            <a:noAutofit/>
          </a:bodyPr>
          <a:lstStyle>
            <a:lvl1pPr>
              <a:defRPr sz="2800" b="1">
                <a:solidFill>
                  <a:schemeClr val="tx2"/>
                </a:solidFill>
                <a:latin typeface="Aptos" panose="020B0004020202020204" pitchFamily="34" charset="0"/>
              </a:defRPr>
            </a:lvl1pPr>
          </a:lstStyle>
          <a:p>
            <a:r>
              <a:rPr lang="en-US"/>
              <a:t>Click to edit Master title style</a:t>
            </a:r>
          </a:p>
        </p:txBody>
      </p:sp>
    </p:spTree>
    <p:extLst>
      <p:ext uri="{BB962C8B-B14F-4D97-AF65-F5344CB8AC3E}">
        <p14:creationId xmlns:p14="http://schemas.microsoft.com/office/powerpoint/2010/main" val="2738332031"/>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Three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7B7D3C-340E-49A2-8B85-0C4656234F7A}"/>
              </a:ext>
            </a:extLst>
          </p:cNvPr>
          <p:cNvSpPr>
            <a:spLocks noGrp="1"/>
          </p:cNvSpPr>
          <p:nvPr>
            <p:ph sz="half" idx="1"/>
          </p:nvPr>
        </p:nvSpPr>
        <p:spPr>
          <a:xfrm>
            <a:off x="415290" y="1889732"/>
            <a:ext cx="3566160" cy="4351338"/>
          </a:xfrm>
        </p:spPr>
        <p:txBody>
          <a:bodyPr>
            <a:noAutofit/>
          </a:bodyPr>
          <a:lstStyle>
            <a:lvl1pPr>
              <a:defRPr>
                <a:solidFill>
                  <a:schemeClr val="tx2"/>
                </a:solidFill>
                <a:latin typeface="Aptos" panose="020B0004020202020204" pitchFamily="34" charset="0"/>
              </a:defRPr>
            </a:lvl1pPr>
            <a:lvl2pPr>
              <a:defRPr>
                <a:solidFill>
                  <a:schemeClr val="tx2"/>
                </a:solidFill>
                <a:latin typeface="Aptos" panose="020B0004020202020204" pitchFamily="34" charset="0"/>
              </a:defRPr>
            </a:lvl2pPr>
            <a:lvl3pPr>
              <a:defRPr>
                <a:solidFill>
                  <a:schemeClr val="tx2"/>
                </a:solidFill>
                <a:latin typeface="Aptos" panose="020B0004020202020204" pitchFamily="34" charset="0"/>
              </a:defRPr>
            </a:lvl3pPr>
            <a:lvl4pPr>
              <a:defRPr>
                <a:solidFill>
                  <a:schemeClr val="tx2"/>
                </a:solidFill>
                <a:latin typeface="Aptos" panose="020B0004020202020204" pitchFamily="34" charset="0"/>
              </a:defRPr>
            </a:lvl4pPr>
            <a:lvl5pPr>
              <a:defRPr>
                <a:solidFill>
                  <a:schemeClr val="tx2"/>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ED058E-CD61-4F39-9E55-7F2715E46A18}"/>
              </a:ext>
            </a:extLst>
          </p:cNvPr>
          <p:cNvSpPr>
            <a:spLocks noGrp="1"/>
          </p:cNvSpPr>
          <p:nvPr>
            <p:ph sz="half" idx="2"/>
          </p:nvPr>
        </p:nvSpPr>
        <p:spPr>
          <a:xfrm>
            <a:off x="4311015" y="1889732"/>
            <a:ext cx="3566160" cy="4351338"/>
          </a:xfrm>
        </p:spPr>
        <p:txBody>
          <a:bodyPr>
            <a:noAutofit/>
          </a:bodyPr>
          <a:lstStyle>
            <a:lvl1pPr>
              <a:defRPr>
                <a:solidFill>
                  <a:schemeClr val="tx2"/>
                </a:solidFill>
                <a:latin typeface="Aptos" panose="020B0004020202020204" pitchFamily="34" charset="0"/>
              </a:defRPr>
            </a:lvl1pPr>
            <a:lvl2pPr>
              <a:defRPr>
                <a:solidFill>
                  <a:schemeClr val="tx2"/>
                </a:solidFill>
                <a:latin typeface="Aptos" panose="020B0004020202020204" pitchFamily="34" charset="0"/>
              </a:defRPr>
            </a:lvl2pPr>
            <a:lvl3pPr>
              <a:defRPr>
                <a:solidFill>
                  <a:schemeClr val="tx2"/>
                </a:solidFill>
                <a:latin typeface="Aptos" panose="020B0004020202020204" pitchFamily="34" charset="0"/>
              </a:defRPr>
            </a:lvl3pPr>
            <a:lvl4pPr>
              <a:defRPr>
                <a:solidFill>
                  <a:schemeClr val="tx2"/>
                </a:solidFill>
                <a:latin typeface="Aptos" panose="020B0004020202020204" pitchFamily="34" charset="0"/>
              </a:defRPr>
            </a:lvl4pPr>
            <a:lvl5pPr>
              <a:defRPr>
                <a:solidFill>
                  <a:schemeClr val="tx2"/>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5" name="Straight Connector 24">
            <a:extLst>
              <a:ext uri="{FF2B5EF4-FFF2-40B4-BE49-F238E27FC236}">
                <a16:creationId xmlns:a16="http://schemas.microsoft.com/office/drawing/2014/main" id="{44B25C78-ABF8-431D-905F-DE67C0864807}"/>
              </a:ext>
            </a:extLst>
          </p:cNvPr>
          <p:cNvCxnSpPr>
            <a:cxnSpLocks/>
          </p:cNvCxnSpPr>
          <p:nvPr/>
        </p:nvCxnSpPr>
        <p:spPr>
          <a:xfrm>
            <a:off x="4137992" y="1355807"/>
            <a:ext cx="0" cy="4937760"/>
          </a:xfrm>
          <a:prstGeom prst="line">
            <a:avLst/>
          </a:prstGeom>
          <a:ln w="9525">
            <a:solidFill>
              <a:schemeClr val="bg2">
                <a:lumMod val="75000"/>
              </a:schemeClr>
            </a:solidFill>
          </a:ln>
        </p:spPr>
        <p:style>
          <a:lnRef idx="2">
            <a:schemeClr val="accent4"/>
          </a:lnRef>
          <a:fillRef idx="0">
            <a:schemeClr val="accent4"/>
          </a:fillRef>
          <a:effectRef idx="1">
            <a:schemeClr val="accent4"/>
          </a:effectRef>
          <a:fontRef idx="minor">
            <a:schemeClr val="tx1"/>
          </a:fontRef>
        </p:style>
      </p:cxnSp>
      <p:sp>
        <p:nvSpPr>
          <p:cNvPr id="16" name="Content Placeholder 3">
            <a:extLst>
              <a:ext uri="{FF2B5EF4-FFF2-40B4-BE49-F238E27FC236}">
                <a16:creationId xmlns:a16="http://schemas.microsoft.com/office/drawing/2014/main" id="{26EB96F0-9F86-4726-B723-558E8338BF6D}"/>
              </a:ext>
            </a:extLst>
          </p:cNvPr>
          <p:cNvSpPr>
            <a:spLocks noGrp="1"/>
          </p:cNvSpPr>
          <p:nvPr>
            <p:ph sz="half" idx="14"/>
          </p:nvPr>
        </p:nvSpPr>
        <p:spPr>
          <a:xfrm>
            <a:off x="8206740" y="1889732"/>
            <a:ext cx="3566160" cy="4351338"/>
          </a:xfrm>
        </p:spPr>
        <p:txBody>
          <a:bodyPr>
            <a:noAutofit/>
          </a:bodyPr>
          <a:lstStyle>
            <a:lvl1pPr>
              <a:defRPr>
                <a:solidFill>
                  <a:schemeClr val="tx2"/>
                </a:solidFill>
                <a:latin typeface="Aptos" panose="020B0004020202020204" pitchFamily="34" charset="0"/>
              </a:defRPr>
            </a:lvl1pPr>
            <a:lvl2pPr>
              <a:defRPr>
                <a:solidFill>
                  <a:schemeClr val="tx2"/>
                </a:solidFill>
                <a:latin typeface="Aptos" panose="020B0004020202020204" pitchFamily="34" charset="0"/>
              </a:defRPr>
            </a:lvl2pPr>
            <a:lvl3pPr>
              <a:defRPr>
                <a:solidFill>
                  <a:schemeClr val="tx2"/>
                </a:solidFill>
                <a:latin typeface="Aptos" panose="020B0004020202020204" pitchFamily="34" charset="0"/>
              </a:defRPr>
            </a:lvl3pPr>
            <a:lvl4pPr>
              <a:defRPr>
                <a:solidFill>
                  <a:schemeClr val="tx2"/>
                </a:solidFill>
                <a:latin typeface="Aptos" panose="020B0004020202020204" pitchFamily="34" charset="0"/>
              </a:defRPr>
            </a:lvl4pPr>
            <a:lvl5pPr>
              <a:defRPr>
                <a:solidFill>
                  <a:schemeClr val="tx2"/>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7" name="Straight Connector 16">
            <a:extLst>
              <a:ext uri="{FF2B5EF4-FFF2-40B4-BE49-F238E27FC236}">
                <a16:creationId xmlns:a16="http://schemas.microsoft.com/office/drawing/2014/main" id="{4C78143A-BCD7-4C70-AA09-BE6B9C49A9B2}"/>
              </a:ext>
            </a:extLst>
          </p:cNvPr>
          <p:cNvCxnSpPr>
            <a:cxnSpLocks/>
          </p:cNvCxnSpPr>
          <p:nvPr/>
        </p:nvCxnSpPr>
        <p:spPr>
          <a:xfrm>
            <a:off x="8033047" y="1357978"/>
            <a:ext cx="0" cy="4937760"/>
          </a:xfrm>
          <a:prstGeom prst="line">
            <a:avLst/>
          </a:prstGeom>
          <a:ln w="9525">
            <a:solidFill>
              <a:schemeClr val="bg2">
                <a:lumMod val="75000"/>
              </a:schemeClr>
            </a:solidFill>
          </a:ln>
        </p:spPr>
        <p:style>
          <a:lnRef idx="2">
            <a:schemeClr val="accent4"/>
          </a:lnRef>
          <a:fillRef idx="0">
            <a:schemeClr val="accent4"/>
          </a:fillRef>
          <a:effectRef idx="1">
            <a:schemeClr val="accent4"/>
          </a:effectRef>
          <a:fontRef idx="minor">
            <a:schemeClr val="tx1"/>
          </a:fontRef>
        </p:style>
      </p:cxnSp>
      <p:sp>
        <p:nvSpPr>
          <p:cNvPr id="19" name="Text Placeholder 9">
            <a:extLst>
              <a:ext uri="{FF2B5EF4-FFF2-40B4-BE49-F238E27FC236}">
                <a16:creationId xmlns:a16="http://schemas.microsoft.com/office/drawing/2014/main" id="{43BAF4B3-12C4-4E1C-A3CA-E2C30A63903E}"/>
              </a:ext>
            </a:extLst>
          </p:cNvPr>
          <p:cNvSpPr>
            <a:spLocks noGrp="1"/>
          </p:cNvSpPr>
          <p:nvPr>
            <p:ph type="body" sz="quarter" idx="20"/>
          </p:nvPr>
        </p:nvSpPr>
        <p:spPr>
          <a:xfrm>
            <a:off x="415290" y="1466122"/>
            <a:ext cx="3566159" cy="422275"/>
          </a:xfrm>
        </p:spPr>
        <p:txBody>
          <a:bodyPr>
            <a:noAutofit/>
          </a:bodyPr>
          <a:lstStyle>
            <a:lvl1pPr marL="0" indent="0" algn="ctr">
              <a:buNone/>
              <a:defRPr sz="2000" b="1">
                <a:solidFill>
                  <a:schemeClr val="tx2"/>
                </a:solidFill>
                <a:latin typeface="Aptos" panose="020B0004020202020204" pitchFamily="34" charset="0"/>
              </a:defRPr>
            </a:lvl1pPr>
            <a:lvl2pPr marL="461963" indent="-4763" algn="ctr">
              <a:buNone/>
              <a:defRPr sz="1800">
                <a:latin typeface="URW DIN Demi" panose="00000700000000000000" pitchFamily="50" charset="0"/>
              </a:defRPr>
            </a:lvl2pPr>
            <a:lvl3pPr marL="914400" indent="0" algn="ctr">
              <a:buNone/>
              <a:defRPr sz="1600">
                <a:latin typeface="URW DIN Demi" panose="00000700000000000000" pitchFamily="50" charset="0"/>
              </a:defRPr>
            </a:lvl3pPr>
            <a:lvl4pPr marL="1376363" indent="-4763" algn="ctr">
              <a:buNone/>
              <a:defRPr sz="1400">
                <a:latin typeface="URW DIN Demi" panose="00000700000000000000" pitchFamily="50" charset="0"/>
              </a:defRPr>
            </a:lvl4pPr>
            <a:lvl5pPr algn="ctr">
              <a:buNone/>
              <a:defRPr sz="1400">
                <a:latin typeface="URW DIN Demi" panose="00000700000000000000" pitchFamily="50" charset="0"/>
              </a:defRPr>
            </a:lvl5pPr>
          </a:lstStyle>
          <a:p>
            <a:pPr lvl="0"/>
            <a:r>
              <a:rPr lang="en-US"/>
              <a:t>Click to edit Master text styles</a:t>
            </a:r>
          </a:p>
        </p:txBody>
      </p:sp>
      <p:sp>
        <p:nvSpPr>
          <p:cNvPr id="21" name="Text Placeholder 11">
            <a:extLst>
              <a:ext uri="{FF2B5EF4-FFF2-40B4-BE49-F238E27FC236}">
                <a16:creationId xmlns:a16="http://schemas.microsoft.com/office/drawing/2014/main" id="{C72D8B86-3856-4B34-B6D6-AD5714F85FB5}"/>
              </a:ext>
            </a:extLst>
          </p:cNvPr>
          <p:cNvSpPr>
            <a:spLocks noGrp="1"/>
          </p:cNvSpPr>
          <p:nvPr>
            <p:ph type="body" sz="quarter" idx="21"/>
          </p:nvPr>
        </p:nvSpPr>
        <p:spPr>
          <a:xfrm>
            <a:off x="4311352" y="1460617"/>
            <a:ext cx="3566159" cy="422569"/>
          </a:xfrm>
        </p:spPr>
        <p:txBody>
          <a:bodyPr>
            <a:noAutofit/>
          </a:bodyPr>
          <a:lstStyle>
            <a:lvl1pPr marL="0" indent="0" algn="ctr">
              <a:buNone/>
              <a:defRPr sz="2000" b="1">
                <a:solidFill>
                  <a:schemeClr val="tx2"/>
                </a:solidFill>
                <a:latin typeface="Aptos" panose="020B0004020202020204" pitchFamily="34" charset="0"/>
              </a:defRPr>
            </a:lvl1pPr>
            <a:lvl2pPr marL="461963" indent="-4763" algn="ctr">
              <a:buNone/>
              <a:defRPr sz="1800">
                <a:latin typeface="URW DIN Demi" panose="00000700000000000000" pitchFamily="50" charset="0"/>
              </a:defRPr>
            </a:lvl2pPr>
            <a:lvl3pPr marL="914400" indent="0" algn="ctr">
              <a:buNone/>
              <a:defRPr sz="1600">
                <a:latin typeface="URW DIN Demi" panose="00000700000000000000" pitchFamily="50" charset="0"/>
              </a:defRPr>
            </a:lvl3pPr>
            <a:lvl4pPr marL="1376363" indent="-4763" algn="ctr">
              <a:buNone/>
              <a:defRPr sz="1400">
                <a:latin typeface="URW DIN Demi" panose="00000700000000000000" pitchFamily="50" charset="0"/>
              </a:defRPr>
            </a:lvl4pPr>
            <a:lvl5pPr marL="1828800" indent="0" algn="ctr">
              <a:buNone/>
              <a:defRPr sz="1400">
                <a:latin typeface="URW DIN Demi" panose="00000700000000000000" pitchFamily="50" charset="0"/>
              </a:defRPr>
            </a:lvl5pPr>
          </a:lstStyle>
          <a:p>
            <a:pPr lvl="0"/>
            <a:r>
              <a:rPr lang="en-US"/>
              <a:t>Click to edit Master text styles</a:t>
            </a:r>
          </a:p>
        </p:txBody>
      </p:sp>
      <p:sp>
        <p:nvSpPr>
          <p:cNvPr id="22" name="Text Placeholder 19">
            <a:extLst>
              <a:ext uri="{FF2B5EF4-FFF2-40B4-BE49-F238E27FC236}">
                <a16:creationId xmlns:a16="http://schemas.microsoft.com/office/drawing/2014/main" id="{CB51B577-20F7-45C7-8636-FD9E4FBEFDAB}"/>
              </a:ext>
            </a:extLst>
          </p:cNvPr>
          <p:cNvSpPr>
            <a:spLocks noGrp="1"/>
          </p:cNvSpPr>
          <p:nvPr>
            <p:ph type="body" sz="quarter" idx="22"/>
          </p:nvPr>
        </p:nvSpPr>
        <p:spPr>
          <a:xfrm>
            <a:off x="8207413" y="1460617"/>
            <a:ext cx="3565487" cy="422275"/>
          </a:xfrm>
        </p:spPr>
        <p:txBody>
          <a:bodyPr>
            <a:noAutofit/>
          </a:bodyPr>
          <a:lstStyle>
            <a:lvl1pPr marL="0" indent="0" algn="ctr">
              <a:buNone/>
              <a:defRPr sz="2000" b="1">
                <a:solidFill>
                  <a:schemeClr val="tx2"/>
                </a:solidFill>
                <a:latin typeface="Aptos" panose="020B0004020202020204" pitchFamily="34" charset="0"/>
              </a:defRPr>
            </a:lvl1pPr>
            <a:lvl2pPr marL="461963" indent="-4763" algn="ctr">
              <a:buNone/>
              <a:defRPr sz="1800">
                <a:latin typeface="URW DIN Demi" panose="00000700000000000000" pitchFamily="50" charset="0"/>
              </a:defRPr>
            </a:lvl2pPr>
            <a:lvl3pPr marL="914400" indent="0" algn="ctr">
              <a:buNone/>
              <a:defRPr sz="1600">
                <a:latin typeface="URW DIN Demi" panose="00000700000000000000" pitchFamily="50" charset="0"/>
              </a:defRPr>
            </a:lvl3pPr>
            <a:lvl4pPr marL="1376363" indent="-4763" algn="ctr">
              <a:buNone/>
              <a:defRPr sz="1400">
                <a:latin typeface="URW DIN Demi" panose="00000700000000000000" pitchFamily="50" charset="0"/>
              </a:defRPr>
            </a:lvl4pPr>
            <a:lvl5pPr marL="1828800" indent="0" algn="ctr">
              <a:buNone/>
              <a:defRPr sz="1400">
                <a:latin typeface="URW DIN Demi" panose="00000700000000000000" pitchFamily="50" charset="0"/>
              </a:defRPr>
            </a:lvl5pPr>
          </a:lstStyle>
          <a:p>
            <a:pPr lvl="0"/>
            <a:r>
              <a:rPr lang="en-US"/>
              <a:t>Click to edit Master text styles</a:t>
            </a:r>
          </a:p>
        </p:txBody>
      </p:sp>
      <p:sp>
        <p:nvSpPr>
          <p:cNvPr id="2" name="Title 1">
            <a:extLst>
              <a:ext uri="{FF2B5EF4-FFF2-40B4-BE49-F238E27FC236}">
                <a16:creationId xmlns:a16="http://schemas.microsoft.com/office/drawing/2014/main" id="{8C1B5F6A-80EE-6E30-0CCF-4FF8B7D09522}"/>
              </a:ext>
            </a:extLst>
          </p:cNvPr>
          <p:cNvSpPr>
            <a:spLocks noGrp="1"/>
          </p:cNvSpPr>
          <p:nvPr>
            <p:ph type="title"/>
          </p:nvPr>
        </p:nvSpPr>
        <p:spPr>
          <a:xfrm>
            <a:off x="1232454" y="-55043"/>
            <a:ext cx="10508108" cy="941185"/>
          </a:xfrm>
          <a:prstGeom prst="rect">
            <a:avLst/>
          </a:prstGeom>
        </p:spPr>
        <p:txBody>
          <a:bodyPr>
            <a:noAutofit/>
          </a:bodyPr>
          <a:lstStyle>
            <a:lvl1pPr>
              <a:defRPr sz="2800" b="1">
                <a:solidFill>
                  <a:schemeClr val="tx2"/>
                </a:solidFill>
                <a:latin typeface="Aptos" panose="020B0004020202020204" pitchFamily="34" charset="0"/>
              </a:defRPr>
            </a:lvl1pPr>
          </a:lstStyle>
          <a:p>
            <a:r>
              <a:rPr lang="en-US"/>
              <a:t>Click to edit Master title style</a:t>
            </a:r>
          </a:p>
        </p:txBody>
      </p:sp>
      <p:sp>
        <p:nvSpPr>
          <p:cNvPr id="5" name="Text Placeholder 16">
            <a:extLst>
              <a:ext uri="{FF2B5EF4-FFF2-40B4-BE49-F238E27FC236}">
                <a16:creationId xmlns:a16="http://schemas.microsoft.com/office/drawing/2014/main" id="{0C4B6DAA-25A2-0701-203A-B47BF3C4D099}"/>
              </a:ext>
            </a:extLst>
          </p:cNvPr>
          <p:cNvSpPr>
            <a:spLocks noGrp="1"/>
          </p:cNvSpPr>
          <p:nvPr>
            <p:ph type="body" sz="quarter" idx="13"/>
          </p:nvPr>
        </p:nvSpPr>
        <p:spPr>
          <a:xfrm>
            <a:off x="1232454" y="568623"/>
            <a:ext cx="10508108" cy="317519"/>
          </a:xfrm>
        </p:spPr>
        <p:txBody>
          <a:bodyPr>
            <a:noAutofit/>
          </a:bodyPr>
          <a:lstStyle>
            <a:lvl1pPr>
              <a:buNone/>
              <a:defRPr sz="1800">
                <a:solidFill>
                  <a:schemeClr val="tx2"/>
                </a:solidFill>
                <a:latin typeface="Aptos" panose="020B0004020202020204" pitchFamily="34" charset="0"/>
              </a:defRPr>
            </a:lvl1pPr>
          </a:lstStyle>
          <a:p>
            <a:pPr lvl="0"/>
            <a:r>
              <a:rPr lang="en-US"/>
              <a:t>Click to edit Master text styles</a:t>
            </a:r>
          </a:p>
        </p:txBody>
      </p:sp>
      <p:pic>
        <p:nvPicPr>
          <p:cNvPr id="6" name="Picture 5">
            <a:extLst>
              <a:ext uri="{FF2B5EF4-FFF2-40B4-BE49-F238E27FC236}">
                <a16:creationId xmlns:a16="http://schemas.microsoft.com/office/drawing/2014/main" id="{0C3E482C-AD58-7BB3-03C2-34C7659BCA2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68904" y="259935"/>
            <a:ext cx="549532" cy="548640"/>
          </a:xfrm>
          <a:prstGeom prst="rect">
            <a:avLst/>
          </a:prstGeom>
        </p:spPr>
      </p:pic>
      <p:cxnSp>
        <p:nvCxnSpPr>
          <p:cNvPr id="7" name="Straight Connector 6">
            <a:extLst>
              <a:ext uri="{FF2B5EF4-FFF2-40B4-BE49-F238E27FC236}">
                <a16:creationId xmlns:a16="http://schemas.microsoft.com/office/drawing/2014/main" id="{9D71FC3F-0A24-258D-5EC9-0F011F0F3C12}"/>
              </a:ext>
            </a:extLst>
          </p:cNvPr>
          <p:cNvCxnSpPr>
            <a:cxnSpLocks/>
          </p:cNvCxnSpPr>
          <p:nvPr/>
        </p:nvCxnSpPr>
        <p:spPr>
          <a:xfrm>
            <a:off x="1075445" y="273669"/>
            <a:ext cx="0" cy="55778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sp>
        <p:nvSpPr>
          <p:cNvPr id="10" name="Slide Number Placeholder 11">
            <a:extLst>
              <a:ext uri="{FF2B5EF4-FFF2-40B4-BE49-F238E27FC236}">
                <a16:creationId xmlns:a16="http://schemas.microsoft.com/office/drawing/2014/main" id="{4D8939CE-BAE9-FE1F-16E0-D139B443324D}"/>
              </a:ext>
            </a:extLst>
          </p:cNvPr>
          <p:cNvSpPr txBox="1">
            <a:spLocks/>
          </p:cNvSpPr>
          <p:nvPr/>
        </p:nvSpPr>
        <p:spPr>
          <a:xfrm>
            <a:off x="11669442" y="6293567"/>
            <a:ext cx="376421" cy="365125"/>
          </a:xfrm>
          <a:prstGeom prst="rect">
            <a:avLst/>
          </a:prstGeom>
        </p:spPr>
        <p:txBody>
          <a:bodyPr vert="horz" lIns="91440" tIns="45720" rIns="91440" bIns="45720" rtlCol="0" anchor="ctr">
            <a:noAutofit/>
          </a:bodyPr>
          <a:lstStyle>
            <a:defPPr>
              <a:defRPr lang="en-US"/>
            </a:defPPr>
            <a:lvl1pPr marL="0" algn="r" defTabSz="914400" rtl="0" eaLnBrk="1" latinLnBrk="0" hangingPunct="1">
              <a:defRPr sz="1200" kern="1200">
                <a:solidFill>
                  <a:schemeClr val="bg2">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452812-C10A-4AB2-8074-0CB7DB09664E}" type="slidenum">
              <a:rPr lang="en-US" smtClean="0">
                <a:solidFill>
                  <a:schemeClr val="bg1">
                    <a:lumMod val="65000"/>
                  </a:schemeClr>
                </a:solidFill>
                <a:latin typeface="Aptos" panose="020B0004020202020204" pitchFamily="34" charset="0"/>
              </a:rPr>
              <a:pPr/>
              <a:t>‹#›</a:t>
            </a:fld>
            <a:endParaRPr lang="en-US">
              <a:solidFill>
                <a:schemeClr val="bg1">
                  <a:lumMod val="65000"/>
                </a:schemeClr>
              </a:solidFill>
              <a:latin typeface="Aptos" panose="020B0004020202020204" pitchFamily="34" charset="0"/>
            </a:endParaRPr>
          </a:p>
        </p:txBody>
      </p:sp>
      <p:sp>
        <p:nvSpPr>
          <p:cNvPr id="8" name="Footer Placeholder 5">
            <a:extLst>
              <a:ext uri="{FF2B5EF4-FFF2-40B4-BE49-F238E27FC236}">
                <a16:creationId xmlns:a16="http://schemas.microsoft.com/office/drawing/2014/main" id="{62D599D1-6BBF-4520-2EDB-94C3C26AB1F8}"/>
              </a:ext>
            </a:extLst>
          </p:cNvPr>
          <p:cNvSpPr txBox="1">
            <a:spLocks/>
          </p:cNvSpPr>
          <p:nvPr/>
        </p:nvSpPr>
        <p:spPr>
          <a:xfrm>
            <a:off x="4002138" y="6529613"/>
            <a:ext cx="4187724" cy="365125"/>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2026 Kaizen Analytix LLC   |   All Rights Reserved.  CONFIDENTIAL &amp; PROPRIETARY</a:t>
            </a:r>
          </a:p>
        </p:txBody>
      </p:sp>
    </p:spTree>
    <p:extLst>
      <p:ext uri="{BB962C8B-B14F-4D97-AF65-F5344CB8AC3E}">
        <p14:creationId xmlns:p14="http://schemas.microsoft.com/office/powerpoint/2010/main" val="14613960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Three Content, Grey">
    <p:bg>
      <p:bgPr>
        <a:solidFill>
          <a:schemeClr val="bg2"/>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7B7D3C-340E-49A2-8B85-0C4656234F7A}"/>
              </a:ext>
            </a:extLst>
          </p:cNvPr>
          <p:cNvSpPr>
            <a:spLocks noGrp="1"/>
          </p:cNvSpPr>
          <p:nvPr>
            <p:ph sz="half" idx="1"/>
          </p:nvPr>
        </p:nvSpPr>
        <p:spPr>
          <a:xfrm>
            <a:off x="415290" y="1889732"/>
            <a:ext cx="3566160" cy="4351338"/>
          </a:xfrm>
        </p:spPr>
        <p:txBody>
          <a:bodyPr>
            <a:noAutofit/>
          </a:bodyPr>
          <a:lstStyle>
            <a:lvl1pPr>
              <a:defRPr>
                <a:solidFill>
                  <a:schemeClr val="tx2"/>
                </a:solidFill>
                <a:latin typeface="Aptos" panose="020B0004020202020204" pitchFamily="34" charset="0"/>
              </a:defRPr>
            </a:lvl1pPr>
            <a:lvl2pPr>
              <a:defRPr>
                <a:solidFill>
                  <a:schemeClr val="tx2"/>
                </a:solidFill>
                <a:latin typeface="Aptos" panose="020B0004020202020204" pitchFamily="34" charset="0"/>
              </a:defRPr>
            </a:lvl2pPr>
            <a:lvl3pPr>
              <a:defRPr>
                <a:solidFill>
                  <a:schemeClr val="tx2"/>
                </a:solidFill>
                <a:latin typeface="Aptos" panose="020B0004020202020204" pitchFamily="34" charset="0"/>
              </a:defRPr>
            </a:lvl3pPr>
            <a:lvl4pPr>
              <a:defRPr>
                <a:solidFill>
                  <a:schemeClr val="tx2"/>
                </a:solidFill>
                <a:latin typeface="Aptos" panose="020B0004020202020204" pitchFamily="34" charset="0"/>
              </a:defRPr>
            </a:lvl4pPr>
            <a:lvl5pPr>
              <a:defRPr>
                <a:solidFill>
                  <a:schemeClr val="tx2"/>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ED058E-CD61-4F39-9E55-7F2715E46A18}"/>
              </a:ext>
            </a:extLst>
          </p:cNvPr>
          <p:cNvSpPr>
            <a:spLocks noGrp="1"/>
          </p:cNvSpPr>
          <p:nvPr>
            <p:ph sz="half" idx="2"/>
          </p:nvPr>
        </p:nvSpPr>
        <p:spPr>
          <a:xfrm>
            <a:off x="4311015" y="1889732"/>
            <a:ext cx="3566160" cy="4351338"/>
          </a:xfrm>
        </p:spPr>
        <p:txBody>
          <a:bodyPr>
            <a:noAutofit/>
          </a:bodyPr>
          <a:lstStyle>
            <a:lvl1pPr>
              <a:defRPr>
                <a:solidFill>
                  <a:schemeClr val="tx2"/>
                </a:solidFill>
                <a:latin typeface="Aptos" panose="020B0004020202020204" pitchFamily="34" charset="0"/>
              </a:defRPr>
            </a:lvl1pPr>
            <a:lvl2pPr>
              <a:defRPr>
                <a:solidFill>
                  <a:schemeClr val="tx2"/>
                </a:solidFill>
                <a:latin typeface="Aptos" panose="020B0004020202020204" pitchFamily="34" charset="0"/>
              </a:defRPr>
            </a:lvl2pPr>
            <a:lvl3pPr>
              <a:defRPr>
                <a:solidFill>
                  <a:schemeClr val="tx2"/>
                </a:solidFill>
                <a:latin typeface="Aptos" panose="020B0004020202020204" pitchFamily="34" charset="0"/>
              </a:defRPr>
            </a:lvl3pPr>
            <a:lvl4pPr>
              <a:defRPr>
                <a:solidFill>
                  <a:schemeClr val="tx2"/>
                </a:solidFill>
                <a:latin typeface="Aptos" panose="020B0004020202020204" pitchFamily="34" charset="0"/>
              </a:defRPr>
            </a:lvl4pPr>
            <a:lvl5pPr>
              <a:defRPr>
                <a:solidFill>
                  <a:schemeClr val="tx2"/>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5" name="Straight Connector 24">
            <a:extLst>
              <a:ext uri="{FF2B5EF4-FFF2-40B4-BE49-F238E27FC236}">
                <a16:creationId xmlns:a16="http://schemas.microsoft.com/office/drawing/2014/main" id="{44B25C78-ABF8-431D-905F-DE67C0864807}"/>
              </a:ext>
            </a:extLst>
          </p:cNvPr>
          <p:cNvCxnSpPr>
            <a:cxnSpLocks/>
          </p:cNvCxnSpPr>
          <p:nvPr/>
        </p:nvCxnSpPr>
        <p:spPr>
          <a:xfrm>
            <a:off x="4137992" y="1355807"/>
            <a:ext cx="0" cy="4937760"/>
          </a:xfrm>
          <a:prstGeom prst="line">
            <a:avLst/>
          </a:prstGeom>
          <a:ln w="9525">
            <a:solidFill>
              <a:schemeClr val="bg2">
                <a:lumMod val="75000"/>
              </a:schemeClr>
            </a:solidFill>
          </a:ln>
        </p:spPr>
        <p:style>
          <a:lnRef idx="2">
            <a:schemeClr val="accent4"/>
          </a:lnRef>
          <a:fillRef idx="0">
            <a:schemeClr val="accent4"/>
          </a:fillRef>
          <a:effectRef idx="1">
            <a:schemeClr val="accent4"/>
          </a:effectRef>
          <a:fontRef idx="minor">
            <a:schemeClr val="tx1"/>
          </a:fontRef>
        </p:style>
      </p:cxnSp>
      <p:sp>
        <p:nvSpPr>
          <p:cNvPr id="16" name="Content Placeholder 3">
            <a:extLst>
              <a:ext uri="{FF2B5EF4-FFF2-40B4-BE49-F238E27FC236}">
                <a16:creationId xmlns:a16="http://schemas.microsoft.com/office/drawing/2014/main" id="{26EB96F0-9F86-4726-B723-558E8338BF6D}"/>
              </a:ext>
            </a:extLst>
          </p:cNvPr>
          <p:cNvSpPr>
            <a:spLocks noGrp="1"/>
          </p:cNvSpPr>
          <p:nvPr>
            <p:ph sz="half" idx="14"/>
          </p:nvPr>
        </p:nvSpPr>
        <p:spPr>
          <a:xfrm>
            <a:off x="8206740" y="1889732"/>
            <a:ext cx="3566160" cy="4351338"/>
          </a:xfrm>
        </p:spPr>
        <p:txBody>
          <a:bodyPr>
            <a:noAutofit/>
          </a:bodyPr>
          <a:lstStyle>
            <a:lvl1pPr>
              <a:defRPr>
                <a:solidFill>
                  <a:schemeClr val="tx2"/>
                </a:solidFill>
                <a:latin typeface="Aptos" panose="020B0004020202020204" pitchFamily="34" charset="0"/>
              </a:defRPr>
            </a:lvl1pPr>
            <a:lvl2pPr>
              <a:defRPr>
                <a:solidFill>
                  <a:schemeClr val="tx2"/>
                </a:solidFill>
                <a:latin typeface="Aptos" panose="020B0004020202020204" pitchFamily="34" charset="0"/>
              </a:defRPr>
            </a:lvl2pPr>
            <a:lvl3pPr>
              <a:defRPr>
                <a:solidFill>
                  <a:schemeClr val="tx2"/>
                </a:solidFill>
                <a:latin typeface="Aptos" panose="020B0004020202020204" pitchFamily="34" charset="0"/>
              </a:defRPr>
            </a:lvl3pPr>
            <a:lvl4pPr>
              <a:defRPr>
                <a:solidFill>
                  <a:schemeClr val="tx2"/>
                </a:solidFill>
                <a:latin typeface="Aptos" panose="020B0004020202020204" pitchFamily="34" charset="0"/>
              </a:defRPr>
            </a:lvl4pPr>
            <a:lvl5pPr>
              <a:defRPr>
                <a:solidFill>
                  <a:schemeClr val="tx2"/>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7" name="Straight Connector 16">
            <a:extLst>
              <a:ext uri="{FF2B5EF4-FFF2-40B4-BE49-F238E27FC236}">
                <a16:creationId xmlns:a16="http://schemas.microsoft.com/office/drawing/2014/main" id="{4C78143A-BCD7-4C70-AA09-BE6B9C49A9B2}"/>
              </a:ext>
            </a:extLst>
          </p:cNvPr>
          <p:cNvCxnSpPr>
            <a:cxnSpLocks/>
          </p:cNvCxnSpPr>
          <p:nvPr/>
        </p:nvCxnSpPr>
        <p:spPr>
          <a:xfrm>
            <a:off x="8033047" y="1357978"/>
            <a:ext cx="0" cy="4937760"/>
          </a:xfrm>
          <a:prstGeom prst="line">
            <a:avLst/>
          </a:prstGeom>
          <a:ln w="9525">
            <a:solidFill>
              <a:schemeClr val="bg2">
                <a:lumMod val="75000"/>
              </a:schemeClr>
            </a:solidFill>
          </a:ln>
        </p:spPr>
        <p:style>
          <a:lnRef idx="2">
            <a:schemeClr val="accent4"/>
          </a:lnRef>
          <a:fillRef idx="0">
            <a:schemeClr val="accent4"/>
          </a:fillRef>
          <a:effectRef idx="1">
            <a:schemeClr val="accent4"/>
          </a:effectRef>
          <a:fontRef idx="minor">
            <a:schemeClr val="tx1"/>
          </a:fontRef>
        </p:style>
      </p:cxnSp>
      <p:sp>
        <p:nvSpPr>
          <p:cNvPr id="19" name="Text Placeholder 9">
            <a:extLst>
              <a:ext uri="{FF2B5EF4-FFF2-40B4-BE49-F238E27FC236}">
                <a16:creationId xmlns:a16="http://schemas.microsoft.com/office/drawing/2014/main" id="{43BAF4B3-12C4-4E1C-A3CA-E2C30A63903E}"/>
              </a:ext>
            </a:extLst>
          </p:cNvPr>
          <p:cNvSpPr>
            <a:spLocks noGrp="1"/>
          </p:cNvSpPr>
          <p:nvPr>
            <p:ph type="body" sz="quarter" idx="20"/>
          </p:nvPr>
        </p:nvSpPr>
        <p:spPr>
          <a:xfrm>
            <a:off x="415290" y="1466122"/>
            <a:ext cx="3566159" cy="422275"/>
          </a:xfrm>
        </p:spPr>
        <p:txBody>
          <a:bodyPr>
            <a:noAutofit/>
          </a:bodyPr>
          <a:lstStyle>
            <a:lvl1pPr marL="0" indent="0" algn="ctr">
              <a:buNone/>
              <a:defRPr sz="2000" b="1">
                <a:solidFill>
                  <a:schemeClr val="tx2"/>
                </a:solidFill>
                <a:latin typeface="Aptos" panose="020B0004020202020204" pitchFamily="34" charset="0"/>
              </a:defRPr>
            </a:lvl1pPr>
            <a:lvl2pPr marL="461963" indent="-4763" algn="ctr">
              <a:buNone/>
              <a:defRPr sz="1800">
                <a:latin typeface="URW DIN Demi" panose="00000700000000000000" pitchFamily="50" charset="0"/>
              </a:defRPr>
            </a:lvl2pPr>
            <a:lvl3pPr marL="914400" indent="0" algn="ctr">
              <a:buNone/>
              <a:defRPr sz="1600">
                <a:latin typeface="URW DIN Demi" panose="00000700000000000000" pitchFamily="50" charset="0"/>
              </a:defRPr>
            </a:lvl3pPr>
            <a:lvl4pPr marL="1376363" indent="-4763" algn="ctr">
              <a:buNone/>
              <a:defRPr sz="1400">
                <a:latin typeface="URW DIN Demi" panose="00000700000000000000" pitchFamily="50" charset="0"/>
              </a:defRPr>
            </a:lvl4pPr>
            <a:lvl5pPr algn="ctr">
              <a:buNone/>
              <a:defRPr sz="1400">
                <a:latin typeface="URW DIN Demi" panose="00000700000000000000" pitchFamily="50" charset="0"/>
              </a:defRPr>
            </a:lvl5pPr>
          </a:lstStyle>
          <a:p>
            <a:pPr lvl="0"/>
            <a:r>
              <a:rPr lang="en-US"/>
              <a:t>Click to edit Master text styles</a:t>
            </a:r>
          </a:p>
        </p:txBody>
      </p:sp>
      <p:sp>
        <p:nvSpPr>
          <p:cNvPr id="21" name="Text Placeholder 11">
            <a:extLst>
              <a:ext uri="{FF2B5EF4-FFF2-40B4-BE49-F238E27FC236}">
                <a16:creationId xmlns:a16="http://schemas.microsoft.com/office/drawing/2014/main" id="{C72D8B86-3856-4B34-B6D6-AD5714F85FB5}"/>
              </a:ext>
            </a:extLst>
          </p:cNvPr>
          <p:cNvSpPr>
            <a:spLocks noGrp="1"/>
          </p:cNvSpPr>
          <p:nvPr>
            <p:ph type="body" sz="quarter" idx="21"/>
          </p:nvPr>
        </p:nvSpPr>
        <p:spPr>
          <a:xfrm>
            <a:off x="4311352" y="1460617"/>
            <a:ext cx="3566159" cy="422569"/>
          </a:xfrm>
        </p:spPr>
        <p:txBody>
          <a:bodyPr>
            <a:noAutofit/>
          </a:bodyPr>
          <a:lstStyle>
            <a:lvl1pPr marL="0" indent="0" algn="ctr">
              <a:buNone/>
              <a:defRPr sz="2000" b="1">
                <a:solidFill>
                  <a:schemeClr val="tx2"/>
                </a:solidFill>
                <a:latin typeface="Aptos" panose="020B0004020202020204" pitchFamily="34" charset="0"/>
              </a:defRPr>
            </a:lvl1pPr>
            <a:lvl2pPr marL="461963" indent="-4763" algn="ctr">
              <a:buNone/>
              <a:defRPr sz="1800">
                <a:latin typeface="URW DIN Demi" panose="00000700000000000000" pitchFamily="50" charset="0"/>
              </a:defRPr>
            </a:lvl2pPr>
            <a:lvl3pPr marL="914400" indent="0" algn="ctr">
              <a:buNone/>
              <a:defRPr sz="1600">
                <a:latin typeface="URW DIN Demi" panose="00000700000000000000" pitchFamily="50" charset="0"/>
              </a:defRPr>
            </a:lvl3pPr>
            <a:lvl4pPr marL="1376363" indent="-4763" algn="ctr">
              <a:buNone/>
              <a:defRPr sz="1400">
                <a:latin typeface="URW DIN Demi" panose="00000700000000000000" pitchFamily="50" charset="0"/>
              </a:defRPr>
            </a:lvl4pPr>
            <a:lvl5pPr marL="1828800" indent="0" algn="ctr">
              <a:buNone/>
              <a:defRPr sz="1400">
                <a:latin typeface="URW DIN Demi" panose="00000700000000000000" pitchFamily="50" charset="0"/>
              </a:defRPr>
            </a:lvl5pPr>
          </a:lstStyle>
          <a:p>
            <a:pPr lvl="0"/>
            <a:r>
              <a:rPr lang="en-US"/>
              <a:t>Click to edit Master text styles</a:t>
            </a:r>
          </a:p>
        </p:txBody>
      </p:sp>
      <p:sp>
        <p:nvSpPr>
          <p:cNvPr id="22" name="Text Placeholder 19">
            <a:extLst>
              <a:ext uri="{FF2B5EF4-FFF2-40B4-BE49-F238E27FC236}">
                <a16:creationId xmlns:a16="http://schemas.microsoft.com/office/drawing/2014/main" id="{CB51B577-20F7-45C7-8636-FD9E4FBEFDAB}"/>
              </a:ext>
            </a:extLst>
          </p:cNvPr>
          <p:cNvSpPr>
            <a:spLocks noGrp="1"/>
          </p:cNvSpPr>
          <p:nvPr>
            <p:ph type="body" sz="quarter" idx="22"/>
          </p:nvPr>
        </p:nvSpPr>
        <p:spPr>
          <a:xfrm>
            <a:off x="8207413" y="1460617"/>
            <a:ext cx="3565487" cy="422275"/>
          </a:xfrm>
        </p:spPr>
        <p:txBody>
          <a:bodyPr>
            <a:noAutofit/>
          </a:bodyPr>
          <a:lstStyle>
            <a:lvl1pPr marL="0" indent="0" algn="ctr">
              <a:buNone/>
              <a:defRPr sz="2000" b="1">
                <a:solidFill>
                  <a:schemeClr val="tx2"/>
                </a:solidFill>
                <a:latin typeface="Aptos" panose="020B0004020202020204" pitchFamily="34" charset="0"/>
              </a:defRPr>
            </a:lvl1pPr>
            <a:lvl2pPr marL="461963" indent="-4763" algn="ctr">
              <a:buNone/>
              <a:defRPr sz="1800">
                <a:latin typeface="URW DIN Demi" panose="00000700000000000000" pitchFamily="50" charset="0"/>
              </a:defRPr>
            </a:lvl2pPr>
            <a:lvl3pPr marL="914400" indent="0" algn="ctr">
              <a:buNone/>
              <a:defRPr sz="1600">
                <a:latin typeface="URW DIN Demi" panose="00000700000000000000" pitchFamily="50" charset="0"/>
              </a:defRPr>
            </a:lvl3pPr>
            <a:lvl4pPr marL="1376363" indent="-4763" algn="ctr">
              <a:buNone/>
              <a:defRPr sz="1400">
                <a:latin typeface="URW DIN Demi" panose="00000700000000000000" pitchFamily="50" charset="0"/>
              </a:defRPr>
            </a:lvl4pPr>
            <a:lvl5pPr marL="1828800" indent="0" algn="ctr">
              <a:buNone/>
              <a:defRPr sz="1400">
                <a:latin typeface="URW DIN Demi" panose="00000700000000000000" pitchFamily="50" charset="0"/>
              </a:defRPr>
            </a:lvl5pPr>
          </a:lstStyle>
          <a:p>
            <a:pPr lvl="0"/>
            <a:r>
              <a:rPr lang="en-US"/>
              <a:t>Click to edit Master text styles</a:t>
            </a:r>
          </a:p>
        </p:txBody>
      </p:sp>
      <p:sp>
        <p:nvSpPr>
          <p:cNvPr id="10" name="Rectangle 9">
            <a:extLst>
              <a:ext uri="{FF2B5EF4-FFF2-40B4-BE49-F238E27FC236}">
                <a16:creationId xmlns:a16="http://schemas.microsoft.com/office/drawing/2014/main" id="{D361D8CE-576A-0CD1-EA6F-0B6EFAE16F75}"/>
              </a:ext>
            </a:extLst>
          </p:cNvPr>
          <p:cNvSpPr/>
          <p:nvPr/>
        </p:nvSpPr>
        <p:spPr>
          <a:xfrm>
            <a:off x="0" y="-1"/>
            <a:ext cx="12192000" cy="10708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a:latin typeface="Aptos" panose="020B0004020202020204" pitchFamily="34" charset="0"/>
            </a:endParaRPr>
          </a:p>
        </p:txBody>
      </p:sp>
      <p:sp>
        <p:nvSpPr>
          <p:cNvPr id="11" name="Title 1">
            <a:extLst>
              <a:ext uri="{FF2B5EF4-FFF2-40B4-BE49-F238E27FC236}">
                <a16:creationId xmlns:a16="http://schemas.microsoft.com/office/drawing/2014/main" id="{6695B32E-CF56-53B4-E756-4140A8CEBDD1}"/>
              </a:ext>
            </a:extLst>
          </p:cNvPr>
          <p:cNvSpPr>
            <a:spLocks noGrp="1"/>
          </p:cNvSpPr>
          <p:nvPr>
            <p:ph type="title"/>
          </p:nvPr>
        </p:nvSpPr>
        <p:spPr>
          <a:xfrm>
            <a:off x="1232454" y="-55043"/>
            <a:ext cx="10508108" cy="941185"/>
          </a:xfrm>
          <a:prstGeom prst="rect">
            <a:avLst/>
          </a:prstGeom>
        </p:spPr>
        <p:txBody>
          <a:bodyPr>
            <a:noAutofit/>
          </a:bodyPr>
          <a:lstStyle>
            <a:lvl1pPr>
              <a:defRPr sz="2800" b="1">
                <a:solidFill>
                  <a:schemeClr val="tx2"/>
                </a:solidFill>
                <a:latin typeface="Aptos" panose="020B0004020202020204" pitchFamily="34" charset="0"/>
              </a:defRPr>
            </a:lvl1pPr>
          </a:lstStyle>
          <a:p>
            <a:r>
              <a:rPr lang="en-US"/>
              <a:t>Click to edit Master title style</a:t>
            </a:r>
          </a:p>
        </p:txBody>
      </p:sp>
      <p:sp>
        <p:nvSpPr>
          <p:cNvPr id="12" name="Text Placeholder 16">
            <a:extLst>
              <a:ext uri="{FF2B5EF4-FFF2-40B4-BE49-F238E27FC236}">
                <a16:creationId xmlns:a16="http://schemas.microsoft.com/office/drawing/2014/main" id="{893E9AD5-F084-2092-C158-7F66232422C9}"/>
              </a:ext>
            </a:extLst>
          </p:cNvPr>
          <p:cNvSpPr>
            <a:spLocks noGrp="1"/>
          </p:cNvSpPr>
          <p:nvPr>
            <p:ph type="body" sz="quarter" idx="13"/>
          </p:nvPr>
        </p:nvSpPr>
        <p:spPr>
          <a:xfrm>
            <a:off x="1232454" y="568623"/>
            <a:ext cx="10508108" cy="317519"/>
          </a:xfrm>
        </p:spPr>
        <p:txBody>
          <a:bodyPr>
            <a:noAutofit/>
          </a:bodyPr>
          <a:lstStyle>
            <a:lvl1pPr>
              <a:buNone/>
              <a:defRPr sz="1800">
                <a:solidFill>
                  <a:schemeClr val="tx2"/>
                </a:solidFill>
                <a:latin typeface="Aptos" panose="020B0004020202020204" pitchFamily="34" charset="0"/>
              </a:defRPr>
            </a:lvl1pPr>
          </a:lstStyle>
          <a:p>
            <a:pPr lvl="0"/>
            <a:r>
              <a:rPr lang="en-US"/>
              <a:t>Click to edit Master text styles</a:t>
            </a:r>
          </a:p>
        </p:txBody>
      </p:sp>
      <p:pic>
        <p:nvPicPr>
          <p:cNvPr id="13" name="Picture 12">
            <a:extLst>
              <a:ext uri="{FF2B5EF4-FFF2-40B4-BE49-F238E27FC236}">
                <a16:creationId xmlns:a16="http://schemas.microsoft.com/office/drawing/2014/main" id="{11ED4CEA-3EBA-5409-BD5D-726F323D50A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68904" y="259935"/>
            <a:ext cx="549532" cy="548640"/>
          </a:xfrm>
          <a:prstGeom prst="rect">
            <a:avLst/>
          </a:prstGeom>
        </p:spPr>
      </p:pic>
      <p:cxnSp>
        <p:nvCxnSpPr>
          <p:cNvPr id="18" name="Straight Connector 17">
            <a:extLst>
              <a:ext uri="{FF2B5EF4-FFF2-40B4-BE49-F238E27FC236}">
                <a16:creationId xmlns:a16="http://schemas.microsoft.com/office/drawing/2014/main" id="{7B7E9B70-5A1E-43F7-9B81-1BB33A62D4D4}"/>
              </a:ext>
            </a:extLst>
          </p:cNvPr>
          <p:cNvCxnSpPr>
            <a:cxnSpLocks/>
          </p:cNvCxnSpPr>
          <p:nvPr/>
        </p:nvCxnSpPr>
        <p:spPr>
          <a:xfrm>
            <a:off x="1075445" y="273669"/>
            <a:ext cx="0" cy="557784"/>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sp>
        <p:nvSpPr>
          <p:cNvPr id="6" name="Slide Number Placeholder 11">
            <a:extLst>
              <a:ext uri="{FF2B5EF4-FFF2-40B4-BE49-F238E27FC236}">
                <a16:creationId xmlns:a16="http://schemas.microsoft.com/office/drawing/2014/main" id="{8936C452-CD4F-31B0-513D-8DF2DC4DF484}"/>
              </a:ext>
            </a:extLst>
          </p:cNvPr>
          <p:cNvSpPr txBox="1">
            <a:spLocks/>
          </p:cNvSpPr>
          <p:nvPr/>
        </p:nvSpPr>
        <p:spPr>
          <a:xfrm>
            <a:off x="11669442" y="6293567"/>
            <a:ext cx="376421" cy="365125"/>
          </a:xfrm>
          <a:prstGeom prst="rect">
            <a:avLst/>
          </a:prstGeom>
        </p:spPr>
        <p:txBody>
          <a:bodyPr vert="horz" lIns="91440" tIns="45720" rIns="91440" bIns="45720" rtlCol="0" anchor="ctr">
            <a:noAutofit/>
          </a:bodyPr>
          <a:lstStyle>
            <a:defPPr>
              <a:defRPr lang="en-US"/>
            </a:defPPr>
            <a:lvl1pPr marL="0" algn="r" defTabSz="914400" rtl="0" eaLnBrk="1" latinLnBrk="0" hangingPunct="1">
              <a:defRPr sz="1200" kern="1200">
                <a:solidFill>
                  <a:schemeClr val="bg2">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452812-C10A-4AB2-8074-0CB7DB09664E}" type="slidenum">
              <a:rPr lang="en-US" smtClean="0">
                <a:solidFill>
                  <a:schemeClr val="bg1">
                    <a:lumMod val="65000"/>
                  </a:schemeClr>
                </a:solidFill>
                <a:latin typeface="Aptos" panose="020B0004020202020204" pitchFamily="34" charset="0"/>
              </a:rPr>
              <a:pPr/>
              <a:t>‹#›</a:t>
            </a:fld>
            <a:endParaRPr lang="en-US">
              <a:solidFill>
                <a:schemeClr val="bg1">
                  <a:lumMod val="65000"/>
                </a:schemeClr>
              </a:solidFill>
              <a:latin typeface="Aptos" panose="020B0004020202020204" pitchFamily="34" charset="0"/>
            </a:endParaRPr>
          </a:p>
        </p:txBody>
      </p:sp>
      <p:sp>
        <p:nvSpPr>
          <p:cNvPr id="2" name="Footer Placeholder 5">
            <a:extLst>
              <a:ext uri="{FF2B5EF4-FFF2-40B4-BE49-F238E27FC236}">
                <a16:creationId xmlns:a16="http://schemas.microsoft.com/office/drawing/2014/main" id="{718C61B4-9723-F9E1-660D-056C23C0F8FD}"/>
              </a:ext>
            </a:extLst>
          </p:cNvPr>
          <p:cNvSpPr txBox="1">
            <a:spLocks/>
          </p:cNvSpPr>
          <p:nvPr/>
        </p:nvSpPr>
        <p:spPr>
          <a:xfrm>
            <a:off x="4002138" y="6529613"/>
            <a:ext cx="4187724" cy="365125"/>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2026 Kaizen Analytix LLC   |   All Rights Reserved.  CONFIDENTIAL &amp; PROPRIETARY</a:t>
            </a:r>
          </a:p>
        </p:txBody>
      </p:sp>
    </p:spTree>
    <p:extLst>
      <p:ext uri="{BB962C8B-B14F-4D97-AF65-F5344CB8AC3E}">
        <p14:creationId xmlns:p14="http://schemas.microsoft.com/office/powerpoint/2010/main" val="4137446014"/>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2/3rd Split + Blank">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C4E030C6-F263-4926-8C38-C06E3B977D5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995563" y="6159796"/>
            <a:ext cx="522593" cy="521745"/>
          </a:xfrm>
          <a:prstGeom prst="rect">
            <a:avLst/>
          </a:prstGeom>
        </p:spPr>
      </p:pic>
      <p:sp>
        <p:nvSpPr>
          <p:cNvPr id="2" name="Title 1">
            <a:extLst>
              <a:ext uri="{FF2B5EF4-FFF2-40B4-BE49-F238E27FC236}">
                <a16:creationId xmlns:a16="http://schemas.microsoft.com/office/drawing/2014/main" id="{72D50123-EA04-4CE4-968B-4C4C871BE3E3}"/>
              </a:ext>
            </a:extLst>
          </p:cNvPr>
          <p:cNvSpPr>
            <a:spLocks noGrp="1"/>
          </p:cNvSpPr>
          <p:nvPr>
            <p:ph type="title"/>
          </p:nvPr>
        </p:nvSpPr>
        <p:spPr>
          <a:xfrm>
            <a:off x="311779" y="1059772"/>
            <a:ext cx="4994164" cy="422275"/>
          </a:xfrm>
          <a:prstGeom prst="rect">
            <a:avLst/>
          </a:prstGeom>
        </p:spPr>
        <p:txBody>
          <a:bodyPr>
            <a:noAutofit/>
          </a:bodyPr>
          <a:lstStyle>
            <a:lvl1pPr>
              <a:defRPr sz="2800" b="1">
                <a:solidFill>
                  <a:schemeClr val="tx2"/>
                </a:solidFill>
                <a:latin typeface="Aptos" panose="020B00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1F7B7D3C-340E-49A2-8B85-0C4656234F7A}"/>
              </a:ext>
            </a:extLst>
          </p:cNvPr>
          <p:cNvSpPr>
            <a:spLocks noGrp="1"/>
          </p:cNvSpPr>
          <p:nvPr>
            <p:ph sz="half" idx="1"/>
          </p:nvPr>
        </p:nvSpPr>
        <p:spPr>
          <a:xfrm>
            <a:off x="311779" y="1755510"/>
            <a:ext cx="4994155" cy="4138854"/>
          </a:xfrm>
        </p:spPr>
        <p:txBody>
          <a:bodyPr>
            <a:noAutofit/>
          </a:bodyPr>
          <a:lstStyle>
            <a:lvl1pPr marL="0" indent="0">
              <a:buNone/>
              <a:defRPr sz="1400">
                <a:solidFill>
                  <a:schemeClr val="tx2"/>
                </a:solidFill>
                <a:latin typeface="Aptos" panose="020B0004020202020204" pitchFamily="34" charset="0"/>
              </a:defRPr>
            </a:lvl1pPr>
            <a:lvl2pPr marL="457200" indent="0">
              <a:buNone/>
              <a:defRPr sz="1200">
                <a:solidFill>
                  <a:schemeClr val="tx2"/>
                </a:solidFill>
                <a:latin typeface="Aptos" panose="020B0004020202020204" pitchFamily="34" charset="0"/>
              </a:defRPr>
            </a:lvl2pPr>
            <a:lvl3pPr marL="914400" indent="0">
              <a:buNone/>
              <a:defRPr sz="1100">
                <a:solidFill>
                  <a:schemeClr val="tx2"/>
                </a:solidFill>
                <a:latin typeface="Aptos" panose="020B0004020202020204" pitchFamily="34" charset="0"/>
              </a:defRPr>
            </a:lvl3pPr>
            <a:lvl4pPr marL="1371600" indent="0">
              <a:buNone/>
              <a:defRPr sz="1050">
                <a:solidFill>
                  <a:schemeClr val="tx2"/>
                </a:solidFill>
                <a:latin typeface="Aptos" panose="020B0004020202020204" pitchFamily="34" charset="0"/>
              </a:defRPr>
            </a:lvl4pPr>
            <a:lvl5pPr marL="1828800" indent="0">
              <a:buNone/>
              <a:defRPr sz="1050">
                <a:solidFill>
                  <a:schemeClr val="tx2"/>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7">
            <a:extLst>
              <a:ext uri="{FF2B5EF4-FFF2-40B4-BE49-F238E27FC236}">
                <a16:creationId xmlns:a16="http://schemas.microsoft.com/office/drawing/2014/main" id="{E069446C-59D0-43CB-9381-66142C7074F1}"/>
              </a:ext>
            </a:extLst>
          </p:cNvPr>
          <p:cNvSpPr>
            <a:spLocks noGrp="1"/>
          </p:cNvSpPr>
          <p:nvPr>
            <p:ph type="body" sz="quarter" idx="13"/>
          </p:nvPr>
        </p:nvSpPr>
        <p:spPr>
          <a:xfrm>
            <a:off x="311779" y="725563"/>
            <a:ext cx="4994164" cy="422275"/>
          </a:xfrm>
        </p:spPr>
        <p:txBody>
          <a:bodyPr>
            <a:noAutofit/>
          </a:bodyPr>
          <a:lstStyle>
            <a:lvl1pPr marL="0" indent="0">
              <a:buNone/>
              <a:defRPr sz="1800">
                <a:solidFill>
                  <a:schemeClr val="tx2"/>
                </a:solidFill>
                <a:latin typeface="Aptos" panose="020B0004020202020204" pitchFamily="34" charset="0"/>
              </a:defRPr>
            </a:lvl1pPr>
          </a:lstStyle>
          <a:p>
            <a:pPr lvl="0"/>
            <a:r>
              <a:rPr lang="en-US"/>
              <a:t>Click to edit Master text styles</a:t>
            </a:r>
          </a:p>
        </p:txBody>
      </p:sp>
      <p:cxnSp>
        <p:nvCxnSpPr>
          <p:cNvPr id="25" name="Straight Connector 24">
            <a:extLst>
              <a:ext uri="{FF2B5EF4-FFF2-40B4-BE49-F238E27FC236}">
                <a16:creationId xmlns:a16="http://schemas.microsoft.com/office/drawing/2014/main" id="{44B25C78-ABF8-431D-905F-DE67C0864807}"/>
              </a:ext>
            </a:extLst>
          </p:cNvPr>
          <p:cNvCxnSpPr>
            <a:cxnSpLocks/>
          </p:cNvCxnSpPr>
          <p:nvPr/>
        </p:nvCxnSpPr>
        <p:spPr>
          <a:xfrm>
            <a:off x="5602739" y="592554"/>
            <a:ext cx="0" cy="5486400"/>
          </a:xfrm>
          <a:prstGeom prst="line">
            <a:avLst/>
          </a:prstGeom>
          <a:ln/>
        </p:spPr>
        <p:style>
          <a:lnRef idx="1">
            <a:schemeClr val="accent4"/>
          </a:lnRef>
          <a:fillRef idx="0">
            <a:schemeClr val="accent4"/>
          </a:fillRef>
          <a:effectRef idx="0">
            <a:schemeClr val="accent4"/>
          </a:effectRef>
          <a:fontRef idx="minor">
            <a:schemeClr val="tx1"/>
          </a:fontRef>
        </p:style>
      </p:cxnSp>
      <p:sp>
        <p:nvSpPr>
          <p:cNvPr id="7" name="Slide Number Placeholder 11">
            <a:extLst>
              <a:ext uri="{FF2B5EF4-FFF2-40B4-BE49-F238E27FC236}">
                <a16:creationId xmlns:a16="http://schemas.microsoft.com/office/drawing/2014/main" id="{4C007CD1-99B7-C994-77EA-FD41BB05E3EF}"/>
              </a:ext>
            </a:extLst>
          </p:cNvPr>
          <p:cNvSpPr txBox="1">
            <a:spLocks/>
          </p:cNvSpPr>
          <p:nvPr/>
        </p:nvSpPr>
        <p:spPr>
          <a:xfrm>
            <a:off x="11669442" y="6293567"/>
            <a:ext cx="376421" cy="365125"/>
          </a:xfrm>
          <a:prstGeom prst="rect">
            <a:avLst/>
          </a:prstGeom>
        </p:spPr>
        <p:txBody>
          <a:bodyPr vert="horz" lIns="91440" tIns="45720" rIns="91440" bIns="45720" rtlCol="0" anchor="ctr">
            <a:noAutofit/>
          </a:bodyPr>
          <a:lstStyle>
            <a:defPPr>
              <a:defRPr lang="en-US"/>
            </a:defPPr>
            <a:lvl1pPr marL="0" algn="r" defTabSz="914400" rtl="0" eaLnBrk="1" latinLnBrk="0" hangingPunct="1">
              <a:defRPr sz="1200" kern="1200">
                <a:solidFill>
                  <a:schemeClr val="bg2">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452812-C10A-4AB2-8074-0CB7DB09664E}" type="slidenum">
              <a:rPr lang="en-US" smtClean="0">
                <a:solidFill>
                  <a:schemeClr val="bg1">
                    <a:lumMod val="65000"/>
                  </a:schemeClr>
                </a:solidFill>
                <a:latin typeface="Aptos" panose="020B0004020202020204" pitchFamily="34" charset="0"/>
              </a:rPr>
              <a:pPr/>
              <a:t>‹#›</a:t>
            </a:fld>
            <a:endParaRPr lang="en-US">
              <a:solidFill>
                <a:schemeClr val="bg1">
                  <a:lumMod val="65000"/>
                </a:schemeClr>
              </a:solidFill>
              <a:latin typeface="Aptos" panose="020B0004020202020204" pitchFamily="34" charset="0"/>
            </a:endParaRPr>
          </a:p>
        </p:txBody>
      </p:sp>
      <p:sp>
        <p:nvSpPr>
          <p:cNvPr id="4" name="Footer Placeholder 5">
            <a:extLst>
              <a:ext uri="{FF2B5EF4-FFF2-40B4-BE49-F238E27FC236}">
                <a16:creationId xmlns:a16="http://schemas.microsoft.com/office/drawing/2014/main" id="{94378829-B063-E41C-5895-502FC95991E5}"/>
              </a:ext>
            </a:extLst>
          </p:cNvPr>
          <p:cNvSpPr txBox="1">
            <a:spLocks/>
          </p:cNvSpPr>
          <p:nvPr/>
        </p:nvSpPr>
        <p:spPr>
          <a:xfrm>
            <a:off x="4002138" y="6529613"/>
            <a:ext cx="4187724" cy="365125"/>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2026 Kaizen Analytix LLC   |   All Rights Reserved.  CONFIDENTIAL &amp; PROPRIETARY</a:t>
            </a:r>
          </a:p>
        </p:txBody>
      </p:sp>
      <p:sp>
        <p:nvSpPr>
          <p:cNvPr id="9" name="Content Placeholder 2">
            <a:extLst>
              <a:ext uri="{FF2B5EF4-FFF2-40B4-BE49-F238E27FC236}">
                <a16:creationId xmlns:a16="http://schemas.microsoft.com/office/drawing/2014/main" id="{9D4090AB-B73A-4A3A-5929-798F4A6E2A15}"/>
              </a:ext>
            </a:extLst>
          </p:cNvPr>
          <p:cNvSpPr>
            <a:spLocks noGrp="1"/>
          </p:cNvSpPr>
          <p:nvPr>
            <p:ph sz="half" idx="14"/>
          </p:nvPr>
        </p:nvSpPr>
        <p:spPr>
          <a:xfrm>
            <a:off x="6001408" y="725564"/>
            <a:ext cx="5878813" cy="5168800"/>
          </a:xfrm>
        </p:spPr>
        <p:txBody>
          <a:bodyPr>
            <a:noAutofit/>
          </a:bodyPr>
          <a:lstStyle>
            <a:lvl1pPr marL="0" indent="0">
              <a:buNone/>
              <a:defRPr sz="1400">
                <a:solidFill>
                  <a:schemeClr val="tx2"/>
                </a:solidFill>
                <a:latin typeface="Aptos" panose="020B0004020202020204" pitchFamily="34" charset="0"/>
              </a:defRPr>
            </a:lvl1pPr>
            <a:lvl2pPr marL="457200" indent="0">
              <a:buNone/>
              <a:defRPr sz="1200">
                <a:solidFill>
                  <a:schemeClr val="tx2"/>
                </a:solidFill>
                <a:latin typeface="Aptos" panose="020B0004020202020204" pitchFamily="34" charset="0"/>
              </a:defRPr>
            </a:lvl2pPr>
            <a:lvl3pPr marL="914400" indent="0">
              <a:buNone/>
              <a:defRPr sz="1100">
                <a:solidFill>
                  <a:schemeClr val="tx2"/>
                </a:solidFill>
                <a:latin typeface="Aptos" panose="020B0004020202020204" pitchFamily="34" charset="0"/>
              </a:defRPr>
            </a:lvl3pPr>
            <a:lvl4pPr marL="1371600" indent="0">
              <a:buNone/>
              <a:defRPr sz="1050">
                <a:solidFill>
                  <a:schemeClr val="tx2"/>
                </a:solidFill>
                <a:latin typeface="Aptos" panose="020B0004020202020204" pitchFamily="34" charset="0"/>
              </a:defRPr>
            </a:lvl4pPr>
            <a:lvl5pPr marL="1828800" indent="0">
              <a:buNone/>
              <a:defRPr sz="1050">
                <a:solidFill>
                  <a:schemeClr val="tx2"/>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52006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_Photo + 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50123-EA04-4CE4-968B-4C4C871BE3E3}"/>
              </a:ext>
            </a:extLst>
          </p:cNvPr>
          <p:cNvSpPr>
            <a:spLocks noGrp="1"/>
          </p:cNvSpPr>
          <p:nvPr>
            <p:ph type="title"/>
          </p:nvPr>
        </p:nvSpPr>
        <p:spPr>
          <a:xfrm>
            <a:off x="2061518" y="245311"/>
            <a:ext cx="6309360" cy="422275"/>
          </a:xfrm>
          <a:prstGeom prst="rect">
            <a:avLst/>
          </a:prstGeom>
        </p:spPr>
        <p:txBody>
          <a:bodyPr>
            <a:noAutofit/>
          </a:bodyPr>
          <a:lstStyle>
            <a:lvl1pPr>
              <a:defRPr sz="2800" b="1">
                <a:solidFill>
                  <a:schemeClr val="tx2"/>
                </a:solidFill>
                <a:latin typeface="Aptos" panose="020B0004020202020204" pitchFamily="34" charset="0"/>
              </a:defRPr>
            </a:lvl1pPr>
          </a:lstStyle>
          <a:p>
            <a:r>
              <a:rPr lang="en-US"/>
              <a:t>Click to edit Master title style</a:t>
            </a:r>
          </a:p>
        </p:txBody>
      </p:sp>
      <p:sp>
        <p:nvSpPr>
          <p:cNvPr id="18" name="Text Placeholder 17">
            <a:extLst>
              <a:ext uri="{FF2B5EF4-FFF2-40B4-BE49-F238E27FC236}">
                <a16:creationId xmlns:a16="http://schemas.microsoft.com/office/drawing/2014/main" id="{E069446C-59D0-43CB-9381-66142C7074F1}"/>
              </a:ext>
            </a:extLst>
          </p:cNvPr>
          <p:cNvSpPr>
            <a:spLocks noGrp="1"/>
          </p:cNvSpPr>
          <p:nvPr>
            <p:ph type="body" sz="quarter" idx="13"/>
          </p:nvPr>
        </p:nvSpPr>
        <p:spPr>
          <a:xfrm>
            <a:off x="2061518" y="630797"/>
            <a:ext cx="6309360" cy="422275"/>
          </a:xfrm>
        </p:spPr>
        <p:txBody>
          <a:bodyPr>
            <a:noAutofit/>
          </a:bodyPr>
          <a:lstStyle>
            <a:lvl1pPr marL="0" indent="0">
              <a:buNone/>
              <a:defRPr sz="1800">
                <a:solidFill>
                  <a:schemeClr val="tx2"/>
                </a:solidFill>
                <a:latin typeface="Aptos" panose="020B0004020202020204" pitchFamily="34" charset="0"/>
              </a:defRPr>
            </a:lvl1pPr>
          </a:lstStyle>
          <a:p>
            <a:pPr lvl="0"/>
            <a:r>
              <a:rPr lang="en-US"/>
              <a:t>Click to edit Master text styles</a:t>
            </a:r>
          </a:p>
        </p:txBody>
      </p:sp>
      <p:sp>
        <p:nvSpPr>
          <p:cNvPr id="11" name="Picture Placeholder 5">
            <a:extLst>
              <a:ext uri="{FF2B5EF4-FFF2-40B4-BE49-F238E27FC236}">
                <a16:creationId xmlns:a16="http://schemas.microsoft.com/office/drawing/2014/main" id="{5BCBF787-17EA-44B3-93F6-3D0C4DB06F5E}"/>
              </a:ext>
            </a:extLst>
          </p:cNvPr>
          <p:cNvSpPr>
            <a:spLocks noGrp="1"/>
          </p:cNvSpPr>
          <p:nvPr>
            <p:ph type="pic" sz="quarter" idx="17" hasCustomPrompt="1"/>
          </p:nvPr>
        </p:nvSpPr>
        <p:spPr>
          <a:xfrm>
            <a:off x="1" y="0"/>
            <a:ext cx="1947902" cy="6851650"/>
          </a:xfrm>
          <a:solidFill>
            <a:schemeClr val="bg1">
              <a:lumMod val="95000"/>
            </a:schemeClr>
          </a:solidFill>
        </p:spPr>
        <p:txBody>
          <a:bodyPr>
            <a:noAutofit/>
          </a:bodyPr>
          <a:lstStyle>
            <a:lvl1pPr>
              <a:defRPr>
                <a:latin typeface="Aptos" panose="020B0004020202020204" pitchFamily="34" charset="0"/>
              </a:defRPr>
            </a:lvl1pPr>
          </a:lstStyle>
          <a:p>
            <a:pPr marL="228600" marR="0" lvl="0" indent="-228600" algn="l" defTabSz="9144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a:t>Insert Photo. Premade slides can be accessed in “Stock Photos for PowerPoints” under “PowerPoint Resources”</a:t>
            </a:r>
          </a:p>
          <a:p>
            <a:endParaRPr lang="en-US"/>
          </a:p>
        </p:txBody>
      </p:sp>
      <p:pic>
        <p:nvPicPr>
          <p:cNvPr id="4" name="Picture 3" descr="A black and grey logo&#10;&#10;Description automatically generated">
            <a:extLst>
              <a:ext uri="{FF2B5EF4-FFF2-40B4-BE49-F238E27FC236}">
                <a16:creationId xmlns:a16="http://schemas.microsoft.com/office/drawing/2014/main" id="{A5119FA1-FAA7-F1E7-FE0D-83F31E79F44F}"/>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10523307" y="6369040"/>
            <a:ext cx="1059895" cy="214179"/>
          </a:xfrm>
          <a:prstGeom prst="rect">
            <a:avLst/>
          </a:prstGeom>
        </p:spPr>
      </p:pic>
      <p:sp>
        <p:nvSpPr>
          <p:cNvPr id="6" name="Slide Number Placeholder 11">
            <a:extLst>
              <a:ext uri="{FF2B5EF4-FFF2-40B4-BE49-F238E27FC236}">
                <a16:creationId xmlns:a16="http://schemas.microsoft.com/office/drawing/2014/main" id="{EE7C2912-02BD-7940-9BAF-273FCC2C876F}"/>
              </a:ext>
            </a:extLst>
          </p:cNvPr>
          <p:cNvSpPr txBox="1">
            <a:spLocks/>
          </p:cNvSpPr>
          <p:nvPr/>
        </p:nvSpPr>
        <p:spPr>
          <a:xfrm>
            <a:off x="11669442" y="6293567"/>
            <a:ext cx="376421" cy="365125"/>
          </a:xfrm>
          <a:prstGeom prst="rect">
            <a:avLst/>
          </a:prstGeom>
        </p:spPr>
        <p:txBody>
          <a:bodyPr vert="horz" lIns="91440" tIns="45720" rIns="91440" bIns="45720" rtlCol="0" anchor="ctr">
            <a:noAutofit/>
          </a:bodyPr>
          <a:lstStyle>
            <a:defPPr>
              <a:defRPr lang="en-US"/>
            </a:defPPr>
            <a:lvl1pPr marL="0" algn="r" defTabSz="914400" rtl="0" eaLnBrk="1" latinLnBrk="0" hangingPunct="1">
              <a:defRPr sz="1200" kern="1200">
                <a:solidFill>
                  <a:schemeClr val="bg2">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452812-C10A-4AB2-8074-0CB7DB09664E}" type="slidenum">
              <a:rPr lang="en-US" smtClean="0">
                <a:solidFill>
                  <a:schemeClr val="bg1">
                    <a:lumMod val="65000"/>
                  </a:schemeClr>
                </a:solidFill>
                <a:latin typeface="Aptos" panose="020B0004020202020204" pitchFamily="34" charset="0"/>
              </a:rPr>
              <a:pPr/>
              <a:t>‹#›</a:t>
            </a:fld>
            <a:endParaRPr lang="en-US">
              <a:solidFill>
                <a:schemeClr val="bg1">
                  <a:lumMod val="65000"/>
                </a:schemeClr>
              </a:solidFill>
              <a:latin typeface="Aptos" panose="020B0004020202020204" pitchFamily="34" charset="0"/>
            </a:endParaRPr>
          </a:p>
        </p:txBody>
      </p:sp>
      <p:sp>
        <p:nvSpPr>
          <p:cNvPr id="5" name="Footer Placeholder 5">
            <a:extLst>
              <a:ext uri="{FF2B5EF4-FFF2-40B4-BE49-F238E27FC236}">
                <a16:creationId xmlns:a16="http://schemas.microsoft.com/office/drawing/2014/main" id="{1F96FBB7-7E73-FADE-B85D-9C670686FFA4}"/>
              </a:ext>
            </a:extLst>
          </p:cNvPr>
          <p:cNvSpPr txBox="1">
            <a:spLocks/>
          </p:cNvSpPr>
          <p:nvPr/>
        </p:nvSpPr>
        <p:spPr>
          <a:xfrm>
            <a:off x="4002138" y="6529613"/>
            <a:ext cx="4187724" cy="365125"/>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2026 Kaizen Analytix LLC   |   All Rights Reserved.  CONFIDENTIAL &amp; PROPRIETARY</a:t>
            </a:r>
          </a:p>
        </p:txBody>
      </p:sp>
    </p:spTree>
    <p:extLst>
      <p:ext uri="{BB962C8B-B14F-4D97-AF65-F5344CB8AC3E}">
        <p14:creationId xmlns:p14="http://schemas.microsoft.com/office/powerpoint/2010/main" val="6236403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5_Two Content">
    <p:spTree>
      <p:nvGrpSpPr>
        <p:cNvPr id="1" name=""/>
        <p:cNvGrpSpPr/>
        <p:nvPr/>
      </p:nvGrpSpPr>
      <p:grpSpPr>
        <a:xfrm>
          <a:off x="0" y="0"/>
          <a:ext cx="0" cy="0"/>
          <a:chOff x="0" y="0"/>
          <a:chExt cx="0" cy="0"/>
        </a:xfrm>
      </p:grpSpPr>
      <p:pic>
        <p:nvPicPr>
          <p:cNvPr id="5" name="Picture 4" descr="Graphical user interface, application&#10;&#10;Description automatically generated">
            <a:extLst>
              <a:ext uri="{FF2B5EF4-FFF2-40B4-BE49-F238E27FC236}">
                <a16:creationId xmlns:a16="http://schemas.microsoft.com/office/drawing/2014/main" id="{4182002E-3A69-41ED-81ED-880BB54B5603}"/>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2247159" y="1415123"/>
            <a:ext cx="9336043" cy="3151638"/>
          </a:xfrm>
          <a:prstGeom prst="rect">
            <a:avLst/>
          </a:prstGeom>
        </p:spPr>
      </p:pic>
      <p:sp>
        <p:nvSpPr>
          <p:cNvPr id="2" name="Title 1">
            <a:extLst>
              <a:ext uri="{FF2B5EF4-FFF2-40B4-BE49-F238E27FC236}">
                <a16:creationId xmlns:a16="http://schemas.microsoft.com/office/drawing/2014/main" id="{72D50123-EA04-4CE4-968B-4C4C871BE3E3}"/>
              </a:ext>
            </a:extLst>
          </p:cNvPr>
          <p:cNvSpPr>
            <a:spLocks noGrp="1"/>
          </p:cNvSpPr>
          <p:nvPr>
            <p:ph type="title"/>
          </p:nvPr>
        </p:nvSpPr>
        <p:spPr>
          <a:xfrm>
            <a:off x="2061519" y="245312"/>
            <a:ext cx="6804187" cy="422275"/>
          </a:xfrm>
          <a:prstGeom prst="rect">
            <a:avLst/>
          </a:prstGeom>
        </p:spPr>
        <p:txBody>
          <a:bodyPr>
            <a:noAutofit/>
          </a:bodyPr>
          <a:lstStyle>
            <a:lvl1pPr>
              <a:defRPr sz="2800" b="1">
                <a:solidFill>
                  <a:schemeClr val="tx2"/>
                </a:solidFill>
                <a:latin typeface="Aptos" panose="020B0004020202020204" pitchFamily="34" charset="0"/>
              </a:defRPr>
            </a:lvl1pPr>
          </a:lstStyle>
          <a:p>
            <a:r>
              <a:rPr lang="en-US"/>
              <a:t>Click to edit Master title style</a:t>
            </a:r>
          </a:p>
        </p:txBody>
      </p:sp>
      <p:sp>
        <p:nvSpPr>
          <p:cNvPr id="6" name="Picture Placeholder 5">
            <a:extLst>
              <a:ext uri="{FF2B5EF4-FFF2-40B4-BE49-F238E27FC236}">
                <a16:creationId xmlns:a16="http://schemas.microsoft.com/office/drawing/2014/main" id="{92A4139A-F6B8-4147-BFEA-D5D24C097433}"/>
              </a:ext>
            </a:extLst>
          </p:cNvPr>
          <p:cNvSpPr>
            <a:spLocks noGrp="1"/>
          </p:cNvSpPr>
          <p:nvPr>
            <p:ph type="pic" sz="quarter" idx="17"/>
          </p:nvPr>
        </p:nvSpPr>
        <p:spPr>
          <a:xfrm>
            <a:off x="3" y="-1"/>
            <a:ext cx="1947902" cy="6857997"/>
          </a:xfrm>
          <a:solidFill>
            <a:schemeClr val="bg1">
              <a:lumMod val="95000"/>
            </a:schemeClr>
          </a:solidFill>
        </p:spPr>
        <p:txBody>
          <a:bodyPr/>
          <a:lstStyle>
            <a:lvl1pPr>
              <a:defRPr>
                <a:latin typeface="Aptos" panose="020B0004020202020204" pitchFamily="34" charset="0"/>
              </a:defRPr>
            </a:lvl1pPr>
          </a:lstStyle>
          <a:p>
            <a:r>
              <a:rPr lang="en-US"/>
              <a:t>Click icon to add picture</a:t>
            </a:r>
          </a:p>
        </p:txBody>
      </p:sp>
      <p:sp>
        <p:nvSpPr>
          <p:cNvPr id="4" name="Content Placeholder 3">
            <a:extLst>
              <a:ext uri="{FF2B5EF4-FFF2-40B4-BE49-F238E27FC236}">
                <a16:creationId xmlns:a16="http://schemas.microsoft.com/office/drawing/2014/main" id="{BBED058E-CD61-4F39-9E55-7F2715E46A18}"/>
              </a:ext>
            </a:extLst>
          </p:cNvPr>
          <p:cNvSpPr>
            <a:spLocks noGrp="1"/>
          </p:cNvSpPr>
          <p:nvPr>
            <p:ph sz="half" idx="2"/>
          </p:nvPr>
        </p:nvSpPr>
        <p:spPr>
          <a:xfrm>
            <a:off x="2277811" y="4668866"/>
            <a:ext cx="2286000" cy="1418912"/>
          </a:xfrm>
        </p:spPr>
        <p:txBody>
          <a:bodyPr>
            <a:noAutofit/>
          </a:bodyPr>
          <a:lstStyle>
            <a:lvl1pPr algn="l">
              <a:lnSpc>
                <a:spcPct val="100000"/>
              </a:lnSpc>
              <a:spcAft>
                <a:spcPts val="0"/>
              </a:spcAft>
              <a:buFont typeface="Arial" panose="020B0604020202020204" pitchFamily="34" charset="0"/>
              <a:buChar char="•"/>
              <a:defRPr sz="1000">
                <a:latin typeface="Aptos" panose="020B0004020202020204" pitchFamily="34" charset="0"/>
              </a:defRPr>
            </a:lvl1pPr>
            <a:lvl2pPr algn="l">
              <a:lnSpc>
                <a:spcPct val="100000"/>
              </a:lnSpc>
              <a:spcAft>
                <a:spcPts val="0"/>
              </a:spcAft>
              <a:buFont typeface="Arial" panose="020B0604020202020204" pitchFamily="34" charset="0"/>
              <a:buChar char="•"/>
              <a:defRPr sz="900">
                <a:latin typeface="Aptos" panose="020B0004020202020204" pitchFamily="34" charset="0"/>
              </a:defRPr>
            </a:lvl2pPr>
            <a:lvl3pPr algn="l">
              <a:lnSpc>
                <a:spcPct val="100000"/>
              </a:lnSpc>
              <a:spcAft>
                <a:spcPts val="0"/>
              </a:spcAft>
              <a:buFont typeface="Arial" panose="020B0604020202020204" pitchFamily="34" charset="0"/>
              <a:buChar char="•"/>
              <a:defRPr sz="800">
                <a:latin typeface="Aptos" panose="020B0004020202020204" pitchFamily="34" charset="0"/>
              </a:defRPr>
            </a:lvl3pPr>
            <a:lvl4pPr algn="l">
              <a:lnSpc>
                <a:spcPct val="100000"/>
              </a:lnSpc>
              <a:spcAft>
                <a:spcPts val="0"/>
              </a:spcAft>
              <a:buFont typeface="Arial" panose="020B0604020202020204" pitchFamily="34" charset="0"/>
              <a:buChar char="•"/>
              <a:defRPr sz="700">
                <a:latin typeface="Aptos" panose="020B0004020202020204" pitchFamily="34" charset="0"/>
              </a:defRPr>
            </a:lvl4pPr>
            <a:lvl5pPr algn="l">
              <a:lnSpc>
                <a:spcPct val="100000"/>
              </a:lnSpc>
              <a:spcAft>
                <a:spcPts val="0"/>
              </a:spcAft>
              <a:buFont typeface="Arial" panose="020B0604020202020204" pitchFamily="34" charset="0"/>
              <a:buChar char="•"/>
              <a:defRPr sz="700">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7">
            <a:extLst>
              <a:ext uri="{FF2B5EF4-FFF2-40B4-BE49-F238E27FC236}">
                <a16:creationId xmlns:a16="http://schemas.microsoft.com/office/drawing/2014/main" id="{E069446C-59D0-43CB-9381-66142C7074F1}"/>
              </a:ext>
            </a:extLst>
          </p:cNvPr>
          <p:cNvSpPr>
            <a:spLocks noGrp="1"/>
          </p:cNvSpPr>
          <p:nvPr>
            <p:ph type="body" sz="quarter" idx="13"/>
          </p:nvPr>
        </p:nvSpPr>
        <p:spPr>
          <a:xfrm>
            <a:off x="2061519" y="630798"/>
            <a:ext cx="6804187" cy="422275"/>
          </a:xfrm>
        </p:spPr>
        <p:txBody>
          <a:bodyPr>
            <a:noAutofit/>
          </a:bodyPr>
          <a:lstStyle>
            <a:lvl1pPr marL="0" indent="0">
              <a:buNone/>
              <a:defRPr sz="1800">
                <a:solidFill>
                  <a:schemeClr val="tx2"/>
                </a:solidFill>
                <a:latin typeface="Aptos" panose="020B0004020202020204" pitchFamily="34" charset="0"/>
              </a:defRPr>
            </a:lvl1pPr>
          </a:lstStyle>
          <a:p>
            <a:pPr lvl="0"/>
            <a:r>
              <a:rPr lang="en-US"/>
              <a:t>Click to edit Master text styles</a:t>
            </a:r>
          </a:p>
        </p:txBody>
      </p:sp>
      <p:sp>
        <p:nvSpPr>
          <p:cNvPr id="25" name="Text Placeholder 24">
            <a:extLst>
              <a:ext uri="{FF2B5EF4-FFF2-40B4-BE49-F238E27FC236}">
                <a16:creationId xmlns:a16="http://schemas.microsoft.com/office/drawing/2014/main" id="{5023E50A-2E4E-4AE9-B249-DB7BFE1DF5E2}"/>
              </a:ext>
            </a:extLst>
          </p:cNvPr>
          <p:cNvSpPr>
            <a:spLocks noGrp="1"/>
          </p:cNvSpPr>
          <p:nvPr>
            <p:ph type="body" sz="quarter" idx="18"/>
          </p:nvPr>
        </p:nvSpPr>
        <p:spPr>
          <a:xfrm>
            <a:off x="4723839" y="4668867"/>
            <a:ext cx="2286000" cy="1419225"/>
          </a:xfrm>
        </p:spPr>
        <p:txBody>
          <a:bodyPr>
            <a:noAutofit/>
          </a:bodyPr>
          <a:lstStyle>
            <a:lvl1pPr>
              <a:spcAft>
                <a:spcPts val="0"/>
              </a:spcAft>
              <a:defRPr sz="1000">
                <a:latin typeface="Aptos" panose="020B0004020202020204" pitchFamily="34" charset="0"/>
              </a:defRPr>
            </a:lvl1pPr>
            <a:lvl2pPr>
              <a:spcAft>
                <a:spcPts val="0"/>
              </a:spcAft>
              <a:defRPr sz="900">
                <a:latin typeface="Aptos" panose="020B0004020202020204" pitchFamily="34" charset="0"/>
              </a:defRPr>
            </a:lvl2pPr>
            <a:lvl3pPr>
              <a:spcAft>
                <a:spcPts val="0"/>
              </a:spcAft>
              <a:defRPr sz="800">
                <a:latin typeface="Aptos" panose="020B0004020202020204" pitchFamily="34" charset="0"/>
              </a:defRPr>
            </a:lvl3pPr>
            <a:lvl4pPr>
              <a:spcAft>
                <a:spcPts val="0"/>
              </a:spcAft>
              <a:defRPr sz="700">
                <a:latin typeface="Aptos" panose="020B0004020202020204" pitchFamily="34" charset="0"/>
              </a:defRPr>
            </a:lvl4pPr>
            <a:lvl5pPr>
              <a:spcAft>
                <a:spcPts val="0"/>
              </a:spcAft>
              <a:defRPr sz="700">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26">
            <a:extLst>
              <a:ext uri="{FF2B5EF4-FFF2-40B4-BE49-F238E27FC236}">
                <a16:creationId xmlns:a16="http://schemas.microsoft.com/office/drawing/2014/main" id="{C1A24BFD-8746-417F-B50F-7E54C8ADC80C}"/>
              </a:ext>
            </a:extLst>
          </p:cNvPr>
          <p:cNvSpPr>
            <a:spLocks noGrp="1"/>
          </p:cNvSpPr>
          <p:nvPr>
            <p:ph type="body" sz="quarter" idx="19"/>
          </p:nvPr>
        </p:nvSpPr>
        <p:spPr>
          <a:xfrm>
            <a:off x="7169827" y="4668867"/>
            <a:ext cx="2286000" cy="1419225"/>
          </a:xfrm>
        </p:spPr>
        <p:txBody>
          <a:bodyPr>
            <a:noAutofit/>
          </a:bodyPr>
          <a:lstStyle>
            <a:lvl1pPr>
              <a:spcAft>
                <a:spcPts val="0"/>
              </a:spcAft>
              <a:defRPr sz="1000">
                <a:latin typeface="Aptos" panose="020B0004020202020204" pitchFamily="34" charset="0"/>
              </a:defRPr>
            </a:lvl1pPr>
            <a:lvl2pPr>
              <a:spcAft>
                <a:spcPts val="0"/>
              </a:spcAft>
              <a:defRPr sz="900">
                <a:latin typeface="Aptos" panose="020B0004020202020204" pitchFamily="34" charset="0"/>
              </a:defRPr>
            </a:lvl2pPr>
            <a:lvl3pPr>
              <a:spcAft>
                <a:spcPts val="0"/>
              </a:spcAft>
              <a:defRPr sz="800">
                <a:latin typeface="Aptos" panose="020B0004020202020204" pitchFamily="34" charset="0"/>
              </a:defRPr>
            </a:lvl3pPr>
            <a:lvl4pPr>
              <a:spcAft>
                <a:spcPts val="0"/>
              </a:spcAft>
              <a:defRPr sz="700">
                <a:latin typeface="Aptos" panose="020B0004020202020204" pitchFamily="34" charset="0"/>
              </a:defRPr>
            </a:lvl4pPr>
            <a:lvl5pPr>
              <a:spcAft>
                <a:spcPts val="0"/>
              </a:spcAft>
              <a:defRPr sz="700">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Text Placeholder 28">
            <a:extLst>
              <a:ext uri="{FF2B5EF4-FFF2-40B4-BE49-F238E27FC236}">
                <a16:creationId xmlns:a16="http://schemas.microsoft.com/office/drawing/2014/main" id="{D489676D-9FA2-448E-B236-DB646A9F3543}"/>
              </a:ext>
            </a:extLst>
          </p:cNvPr>
          <p:cNvSpPr>
            <a:spLocks noGrp="1"/>
          </p:cNvSpPr>
          <p:nvPr>
            <p:ph type="body" sz="quarter" idx="20"/>
          </p:nvPr>
        </p:nvSpPr>
        <p:spPr>
          <a:xfrm>
            <a:off x="9682717" y="1644503"/>
            <a:ext cx="1552354" cy="1431851"/>
          </a:xfrm>
        </p:spPr>
        <p:txBody>
          <a:bodyPr anchor="ctr">
            <a:normAutofit/>
          </a:bodyPr>
          <a:lstStyle>
            <a:lvl1pPr marL="0" indent="0" algn="ctr">
              <a:spcBef>
                <a:spcPts val="0"/>
              </a:spcBef>
              <a:spcAft>
                <a:spcPts val="300"/>
              </a:spcAft>
              <a:buNone/>
              <a:defRPr sz="1200">
                <a:solidFill>
                  <a:schemeClr val="tx2"/>
                </a:solidFill>
                <a:latin typeface="Aptos" panose="020B0004020202020204" pitchFamily="34" charset="0"/>
              </a:defRPr>
            </a:lvl1pPr>
            <a:lvl2pPr marL="457206" indent="0" algn="ctr">
              <a:buNone/>
              <a:defRPr>
                <a:solidFill>
                  <a:schemeClr val="bg1"/>
                </a:solidFill>
                <a:latin typeface="URW DIN Demi" panose="00000700000000000000" pitchFamily="50" charset="0"/>
              </a:defRPr>
            </a:lvl2pPr>
            <a:lvl3pPr>
              <a:buNone/>
              <a:defRPr/>
            </a:lvl3pPr>
            <a:lvl4pPr>
              <a:buNone/>
              <a:defRPr/>
            </a:lvl4pPr>
            <a:lvl5pPr>
              <a:buNone/>
              <a:defRPr/>
            </a:lvl5pPr>
          </a:lstStyle>
          <a:p>
            <a:pPr lvl="0"/>
            <a:r>
              <a:rPr lang="en-US"/>
              <a:t>Click to edit Master text styles</a:t>
            </a:r>
          </a:p>
        </p:txBody>
      </p:sp>
      <p:cxnSp>
        <p:nvCxnSpPr>
          <p:cNvPr id="15" name="Straight Connector 14">
            <a:extLst>
              <a:ext uri="{FF2B5EF4-FFF2-40B4-BE49-F238E27FC236}">
                <a16:creationId xmlns:a16="http://schemas.microsoft.com/office/drawing/2014/main" id="{5CD1AFC4-BEC9-47D6-ADF2-71F176B348BB}"/>
              </a:ext>
            </a:extLst>
          </p:cNvPr>
          <p:cNvCxnSpPr>
            <a:cxnSpLocks/>
          </p:cNvCxnSpPr>
          <p:nvPr/>
        </p:nvCxnSpPr>
        <p:spPr>
          <a:xfrm>
            <a:off x="2172557" y="1123475"/>
            <a:ext cx="5285232" cy="0"/>
          </a:xfrm>
          <a:prstGeom prst="line">
            <a:avLst/>
          </a:prstGeom>
          <a:ln w="9525">
            <a:solidFill>
              <a:schemeClr val="accent5"/>
            </a:solidFill>
          </a:ln>
        </p:spPr>
        <p:style>
          <a:lnRef idx="2">
            <a:schemeClr val="accent4"/>
          </a:lnRef>
          <a:fillRef idx="0">
            <a:schemeClr val="accent4"/>
          </a:fillRef>
          <a:effectRef idx="1">
            <a:schemeClr val="accent4"/>
          </a:effectRef>
          <a:fontRef idx="minor">
            <a:schemeClr val="tx1"/>
          </a:fontRef>
        </p:style>
      </p:cxnSp>
      <p:sp>
        <p:nvSpPr>
          <p:cNvPr id="22" name="TextBox 21">
            <a:extLst>
              <a:ext uri="{FF2B5EF4-FFF2-40B4-BE49-F238E27FC236}">
                <a16:creationId xmlns:a16="http://schemas.microsoft.com/office/drawing/2014/main" id="{94D5D966-DA36-44E8-8945-AAA86E691024}"/>
              </a:ext>
            </a:extLst>
          </p:cNvPr>
          <p:cNvSpPr txBox="1"/>
          <p:nvPr/>
        </p:nvSpPr>
        <p:spPr>
          <a:xfrm>
            <a:off x="8837131" y="147611"/>
            <a:ext cx="3231045" cy="584775"/>
          </a:xfrm>
          <a:prstGeom prst="rect">
            <a:avLst/>
          </a:prstGeom>
          <a:noFill/>
        </p:spPr>
        <p:txBody>
          <a:bodyPr wrap="square" rtlCol="0">
            <a:spAutoFit/>
          </a:bodyPr>
          <a:lstStyle/>
          <a:p>
            <a:pPr algn="r"/>
            <a:r>
              <a:rPr lang="en-US" sz="3200" b="1">
                <a:solidFill>
                  <a:schemeClr val="bg2">
                    <a:lumMod val="90000"/>
                  </a:schemeClr>
                </a:solidFill>
                <a:latin typeface="Aptos" panose="020B0004020202020204" pitchFamily="34" charset="0"/>
              </a:rPr>
              <a:t>CASE STUDY</a:t>
            </a:r>
          </a:p>
        </p:txBody>
      </p:sp>
      <p:pic>
        <p:nvPicPr>
          <p:cNvPr id="8" name="Picture 7" descr="A black and grey logo&#10;&#10;Description automatically generated">
            <a:extLst>
              <a:ext uri="{FF2B5EF4-FFF2-40B4-BE49-F238E27FC236}">
                <a16:creationId xmlns:a16="http://schemas.microsoft.com/office/drawing/2014/main" id="{5D082EA6-79EE-8F2B-B86D-CD1E704AB9E2}"/>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10523307" y="6369040"/>
            <a:ext cx="1059895" cy="214179"/>
          </a:xfrm>
          <a:prstGeom prst="rect">
            <a:avLst/>
          </a:prstGeom>
        </p:spPr>
      </p:pic>
      <p:pic>
        <p:nvPicPr>
          <p:cNvPr id="7" name="Picture 6" descr="Graphical user interface, application&#10;&#10;Description automatically generated">
            <a:extLst>
              <a:ext uri="{FF2B5EF4-FFF2-40B4-BE49-F238E27FC236}">
                <a16:creationId xmlns:a16="http://schemas.microsoft.com/office/drawing/2014/main" id="{4352AC29-6941-7852-836F-5694DB68A119}"/>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2247159" y="1415123"/>
            <a:ext cx="9336043" cy="3151638"/>
          </a:xfrm>
          <a:prstGeom prst="rect">
            <a:avLst/>
          </a:prstGeom>
        </p:spPr>
      </p:pic>
      <p:cxnSp>
        <p:nvCxnSpPr>
          <p:cNvPr id="12" name="Straight Connector 11">
            <a:extLst>
              <a:ext uri="{FF2B5EF4-FFF2-40B4-BE49-F238E27FC236}">
                <a16:creationId xmlns:a16="http://schemas.microsoft.com/office/drawing/2014/main" id="{DECF2349-3B60-4624-D0F6-BE727F94BF67}"/>
              </a:ext>
            </a:extLst>
          </p:cNvPr>
          <p:cNvCxnSpPr>
            <a:cxnSpLocks/>
          </p:cNvCxnSpPr>
          <p:nvPr/>
        </p:nvCxnSpPr>
        <p:spPr>
          <a:xfrm>
            <a:off x="2172557" y="1123475"/>
            <a:ext cx="6675120" cy="0"/>
          </a:xfrm>
          <a:prstGeom prst="line">
            <a:avLst/>
          </a:prstGeom>
          <a:ln w="9525">
            <a:solidFill>
              <a:schemeClr val="bg2">
                <a:lumMod val="75000"/>
              </a:schemeClr>
            </a:solidFill>
          </a:ln>
        </p:spPr>
        <p:style>
          <a:lnRef idx="2">
            <a:schemeClr val="accent4"/>
          </a:lnRef>
          <a:fillRef idx="0">
            <a:schemeClr val="accent4"/>
          </a:fillRef>
          <a:effectRef idx="1">
            <a:schemeClr val="accent4"/>
          </a:effectRef>
          <a:fontRef idx="minor">
            <a:schemeClr val="tx1"/>
          </a:fontRef>
        </p:style>
      </p:cxnSp>
      <p:sp>
        <p:nvSpPr>
          <p:cNvPr id="16" name="Slide Number Placeholder 11">
            <a:extLst>
              <a:ext uri="{FF2B5EF4-FFF2-40B4-BE49-F238E27FC236}">
                <a16:creationId xmlns:a16="http://schemas.microsoft.com/office/drawing/2014/main" id="{A6DEDB38-4FCF-0FE7-55E9-0D5BB9AAE1EA}"/>
              </a:ext>
            </a:extLst>
          </p:cNvPr>
          <p:cNvSpPr txBox="1">
            <a:spLocks/>
          </p:cNvSpPr>
          <p:nvPr/>
        </p:nvSpPr>
        <p:spPr>
          <a:xfrm>
            <a:off x="11669442" y="6293567"/>
            <a:ext cx="37642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2">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452812-C10A-4AB2-8074-0CB7DB09664E}" type="slidenum">
              <a:rPr lang="en-US" smtClean="0">
                <a:solidFill>
                  <a:schemeClr val="bg1">
                    <a:lumMod val="65000"/>
                  </a:schemeClr>
                </a:solidFill>
                <a:latin typeface="Aptos" panose="020B0004020202020204" pitchFamily="34" charset="0"/>
              </a:rPr>
              <a:pPr/>
              <a:t>‹#›</a:t>
            </a:fld>
            <a:endParaRPr lang="en-US">
              <a:solidFill>
                <a:schemeClr val="bg1">
                  <a:lumMod val="65000"/>
                </a:schemeClr>
              </a:solidFill>
              <a:latin typeface="Aptos" panose="020B0004020202020204" pitchFamily="34" charset="0"/>
            </a:endParaRPr>
          </a:p>
        </p:txBody>
      </p:sp>
      <p:pic>
        <p:nvPicPr>
          <p:cNvPr id="9" name="Picture 8" descr="Graphical user interface, application&#10;&#10;Description automatically generated">
            <a:extLst>
              <a:ext uri="{FF2B5EF4-FFF2-40B4-BE49-F238E27FC236}">
                <a16:creationId xmlns:a16="http://schemas.microsoft.com/office/drawing/2014/main" id="{969943E4-2137-DBBF-3D63-273AFD6B134E}"/>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2247159" y="1415123"/>
            <a:ext cx="9336043" cy="3151638"/>
          </a:xfrm>
          <a:prstGeom prst="rect">
            <a:avLst/>
          </a:prstGeom>
        </p:spPr>
      </p:pic>
      <p:cxnSp>
        <p:nvCxnSpPr>
          <p:cNvPr id="10" name="Straight Connector 9">
            <a:extLst>
              <a:ext uri="{FF2B5EF4-FFF2-40B4-BE49-F238E27FC236}">
                <a16:creationId xmlns:a16="http://schemas.microsoft.com/office/drawing/2014/main" id="{69B0BE60-52C0-0422-C97A-F25F3E6995B3}"/>
              </a:ext>
            </a:extLst>
          </p:cNvPr>
          <p:cNvCxnSpPr>
            <a:cxnSpLocks/>
          </p:cNvCxnSpPr>
          <p:nvPr/>
        </p:nvCxnSpPr>
        <p:spPr>
          <a:xfrm>
            <a:off x="2172557" y="1123475"/>
            <a:ext cx="6766560" cy="0"/>
          </a:xfrm>
          <a:prstGeom prst="line">
            <a:avLst/>
          </a:prstGeom>
          <a:ln w="9525">
            <a:solidFill>
              <a:schemeClr val="bg2">
                <a:lumMod val="75000"/>
              </a:schemeClr>
            </a:solidFill>
          </a:ln>
        </p:spPr>
        <p:style>
          <a:lnRef idx="2">
            <a:schemeClr val="accent4"/>
          </a:lnRef>
          <a:fillRef idx="0">
            <a:schemeClr val="accent4"/>
          </a:fillRef>
          <a:effectRef idx="1">
            <a:schemeClr val="accent4"/>
          </a:effectRef>
          <a:fontRef idx="minor">
            <a:schemeClr val="tx1"/>
          </a:fontRef>
        </p:style>
      </p:cxnSp>
      <p:sp>
        <p:nvSpPr>
          <p:cNvPr id="11" name="Footer Placeholder 5">
            <a:extLst>
              <a:ext uri="{FF2B5EF4-FFF2-40B4-BE49-F238E27FC236}">
                <a16:creationId xmlns:a16="http://schemas.microsoft.com/office/drawing/2014/main" id="{7F8BC41D-5D97-0A38-A01C-8725ACC1F3EA}"/>
              </a:ext>
            </a:extLst>
          </p:cNvPr>
          <p:cNvSpPr txBox="1">
            <a:spLocks/>
          </p:cNvSpPr>
          <p:nvPr/>
        </p:nvSpPr>
        <p:spPr>
          <a:xfrm>
            <a:off x="4002138" y="6529613"/>
            <a:ext cx="4187724" cy="365125"/>
          </a:xfrm>
          <a:prstGeom prst="rect">
            <a:avLst/>
          </a:prstGeom>
        </p:spPr>
        <p:txBody>
          <a:bodyPr vert="horz" lIns="91440" tIns="45720" rIns="91440" bIns="45720" rtlCol="0" anchor="ct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2026 Kaizen Analytix LLC   |   All Rights Reserved.  CONFIDENTIAL &amp; PROPRIETARY</a:t>
            </a:r>
          </a:p>
        </p:txBody>
      </p:sp>
    </p:spTree>
    <p:extLst>
      <p:ext uri="{BB962C8B-B14F-4D97-AF65-F5344CB8AC3E}">
        <p14:creationId xmlns:p14="http://schemas.microsoft.com/office/powerpoint/2010/main" val="31120894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7_Two Content">
    <p:spTree>
      <p:nvGrpSpPr>
        <p:cNvPr id="1" name=""/>
        <p:cNvGrpSpPr/>
        <p:nvPr/>
      </p:nvGrpSpPr>
      <p:grpSpPr>
        <a:xfrm>
          <a:off x="0" y="0"/>
          <a:ext cx="0" cy="0"/>
          <a:chOff x="0" y="0"/>
          <a:chExt cx="0" cy="0"/>
        </a:xfrm>
      </p:grpSpPr>
      <p:pic>
        <p:nvPicPr>
          <p:cNvPr id="5" name="Picture 4" descr="Graphical user interface, application&#10;&#10;Description automatically generated">
            <a:extLst>
              <a:ext uri="{FF2B5EF4-FFF2-40B4-BE49-F238E27FC236}">
                <a16:creationId xmlns:a16="http://schemas.microsoft.com/office/drawing/2014/main" id="{4182002E-3A69-41ED-81ED-880BB54B5603}"/>
              </a:ext>
            </a:extLst>
          </p:cNvPr>
          <p:cNvPicPr>
            <a:picLocks noChangeAspect="1"/>
          </p:cNvPicPr>
          <p:nvPr/>
        </p:nvPicPr>
        <p:blipFill>
          <a:blip r:embed="rId2" cstate="screen">
            <a:extLst>
              <a:ext uri="{28A0092B-C50C-407E-A947-70E740481C1C}">
                <a14:useLocalDpi xmlns:a14="http://schemas.microsoft.com/office/drawing/2010/main" val="0"/>
              </a:ext>
            </a:extLst>
          </a:blip>
          <a:srcRect l="9113" t="72843" r="84426"/>
          <a:stretch>
            <a:fillRect/>
          </a:stretch>
        </p:blipFill>
        <p:spPr>
          <a:xfrm>
            <a:off x="3119222" y="3239697"/>
            <a:ext cx="603179" cy="855887"/>
          </a:xfrm>
          <a:prstGeom prst="rect">
            <a:avLst/>
          </a:prstGeom>
          <a:effectLst>
            <a:outerShdw blurRad="50800" dist="25400" dir="5400000" algn="t" rotWithShape="0">
              <a:prstClr val="black">
                <a:alpha val="20000"/>
              </a:prstClr>
            </a:outerShdw>
          </a:effectLst>
        </p:spPr>
      </p:pic>
      <p:sp>
        <p:nvSpPr>
          <p:cNvPr id="2" name="Title 1">
            <a:extLst>
              <a:ext uri="{FF2B5EF4-FFF2-40B4-BE49-F238E27FC236}">
                <a16:creationId xmlns:a16="http://schemas.microsoft.com/office/drawing/2014/main" id="{72D50123-EA04-4CE4-968B-4C4C871BE3E3}"/>
              </a:ext>
            </a:extLst>
          </p:cNvPr>
          <p:cNvSpPr>
            <a:spLocks noGrp="1"/>
          </p:cNvSpPr>
          <p:nvPr>
            <p:ph type="title"/>
          </p:nvPr>
        </p:nvSpPr>
        <p:spPr>
          <a:xfrm>
            <a:off x="2061519" y="245312"/>
            <a:ext cx="6804187" cy="422275"/>
          </a:xfrm>
          <a:prstGeom prst="rect">
            <a:avLst/>
          </a:prstGeom>
        </p:spPr>
        <p:txBody>
          <a:bodyPr>
            <a:noAutofit/>
          </a:bodyPr>
          <a:lstStyle>
            <a:lvl1pPr>
              <a:defRPr sz="2800" b="1">
                <a:solidFill>
                  <a:schemeClr val="tx2"/>
                </a:solidFill>
                <a:latin typeface="Aptos" panose="020B0004020202020204" pitchFamily="34" charset="0"/>
              </a:defRPr>
            </a:lvl1pPr>
          </a:lstStyle>
          <a:p>
            <a:r>
              <a:rPr lang="en-US"/>
              <a:t>Click to edit Master title style</a:t>
            </a:r>
          </a:p>
        </p:txBody>
      </p:sp>
      <p:sp>
        <p:nvSpPr>
          <p:cNvPr id="4" name="Content Placeholder 3">
            <a:extLst>
              <a:ext uri="{FF2B5EF4-FFF2-40B4-BE49-F238E27FC236}">
                <a16:creationId xmlns:a16="http://schemas.microsoft.com/office/drawing/2014/main" id="{BBED058E-CD61-4F39-9E55-7F2715E46A18}"/>
              </a:ext>
            </a:extLst>
          </p:cNvPr>
          <p:cNvSpPr>
            <a:spLocks noGrp="1"/>
          </p:cNvSpPr>
          <p:nvPr>
            <p:ph sz="half" idx="2"/>
          </p:nvPr>
        </p:nvSpPr>
        <p:spPr>
          <a:xfrm>
            <a:off x="2277811" y="4197689"/>
            <a:ext cx="2286000" cy="2048065"/>
          </a:xfrm>
        </p:spPr>
        <p:txBody>
          <a:bodyPr>
            <a:noAutofit/>
          </a:bodyPr>
          <a:lstStyle>
            <a:lvl1pPr algn="l">
              <a:lnSpc>
                <a:spcPct val="100000"/>
              </a:lnSpc>
              <a:spcAft>
                <a:spcPts val="0"/>
              </a:spcAft>
              <a:buClr>
                <a:srgbClr val="6F85A5"/>
              </a:buClr>
              <a:buFont typeface="Arial" panose="020B0604020202020204" pitchFamily="34" charset="0"/>
              <a:buChar char="•"/>
              <a:defRPr sz="1000">
                <a:latin typeface="Aptos" panose="020B0004020202020204" pitchFamily="34" charset="0"/>
              </a:defRPr>
            </a:lvl1pPr>
            <a:lvl2pPr algn="l">
              <a:lnSpc>
                <a:spcPct val="100000"/>
              </a:lnSpc>
              <a:spcAft>
                <a:spcPts val="0"/>
              </a:spcAft>
              <a:buClr>
                <a:srgbClr val="6F85A5"/>
              </a:buClr>
              <a:buFont typeface="Arial" panose="020B0604020202020204" pitchFamily="34" charset="0"/>
              <a:buChar char="•"/>
              <a:defRPr sz="900">
                <a:latin typeface="Aptos" panose="020B0004020202020204" pitchFamily="34" charset="0"/>
              </a:defRPr>
            </a:lvl2pPr>
            <a:lvl3pPr algn="l">
              <a:lnSpc>
                <a:spcPct val="100000"/>
              </a:lnSpc>
              <a:spcAft>
                <a:spcPts val="0"/>
              </a:spcAft>
              <a:buClr>
                <a:srgbClr val="6F85A5"/>
              </a:buClr>
              <a:buFont typeface="Arial" panose="020B0604020202020204" pitchFamily="34" charset="0"/>
              <a:buChar char="•"/>
              <a:defRPr sz="800">
                <a:latin typeface="Aptos" panose="020B0004020202020204" pitchFamily="34" charset="0"/>
              </a:defRPr>
            </a:lvl3pPr>
            <a:lvl4pPr algn="l">
              <a:lnSpc>
                <a:spcPct val="100000"/>
              </a:lnSpc>
              <a:spcAft>
                <a:spcPts val="0"/>
              </a:spcAft>
              <a:buClr>
                <a:srgbClr val="6F85A5"/>
              </a:buClr>
              <a:buFont typeface="Arial" panose="020B0604020202020204" pitchFamily="34" charset="0"/>
              <a:buChar char="•"/>
              <a:defRPr sz="700">
                <a:latin typeface="Aptos" panose="020B0004020202020204" pitchFamily="34" charset="0"/>
              </a:defRPr>
            </a:lvl4pPr>
            <a:lvl5pPr algn="l">
              <a:lnSpc>
                <a:spcPct val="100000"/>
              </a:lnSpc>
              <a:spcAft>
                <a:spcPts val="0"/>
              </a:spcAft>
              <a:buClr>
                <a:srgbClr val="6F85A5"/>
              </a:buClr>
              <a:buFont typeface="Arial" panose="020B0604020202020204" pitchFamily="34" charset="0"/>
              <a:buChar char="•"/>
              <a:defRPr sz="700">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7">
            <a:extLst>
              <a:ext uri="{FF2B5EF4-FFF2-40B4-BE49-F238E27FC236}">
                <a16:creationId xmlns:a16="http://schemas.microsoft.com/office/drawing/2014/main" id="{E069446C-59D0-43CB-9381-66142C7074F1}"/>
              </a:ext>
            </a:extLst>
          </p:cNvPr>
          <p:cNvSpPr>
            <a:spLocks noGrp="1"/>
          </p:cNvSpPr>
          <p:nvPr>
            <p:ph type="body" sz="quarter" idx="13"/>
          </p:nvPr>
        </p:nvSpPr>
        <p:spPr>
          <a:xfrm>
            <a:off x="2061519" y="630798"/>
            <a:ext cx="6804187" cy="422275"/>
          </a:xfrm>
        </p:spPr>
        <p:txBody>
          <a:bodyPr>
            <a:noAutofit/>
          </a:bodyPr>
          <a:lstStyle>
            <a:lvl1pPr marL="0" indent="0">
              <a:buNone/>
              <a:defRPr sz="1800">
                <a:solidFill>
                  <a:schemeClr val="tx2"/>
                </a:solidFill>
                <a:latin typeface="Aptos" panose="020B0004020202020204" pitchFamily="34" charset="0"/>
              </a:defRPr>
            </a:lvl1pPr>
          </a:lstStyle>
          <a:p>
            <a:pPr lvl="0"/>
            <a:r>
              <a:rPr lang="en-US"/>
              <a:t>Click to edit Master text styles</a:t>
            </a:r>
          </a:p>
        </p:txBody>
      </p:sp>
      <p:sp>
        <p:nvSpPr>
          <p:cNvPr id="25" name="Text Placeholder 24">
            <a:extLst>
              <a:ext uri="{FF2B5EF4-FFF2-40B4-BE49-F238E27FC236}">
                <a16:creationId xmlns:a16="http://schemas.microsoft.com/office/drawing/2014/main" id="{5023E50A-2E4E-4AE9-B249-DB7BFE1DF5E2}"/>
              </a:ext>
            </a:extLst>
          </p:cNvPr>
          <p:cNvSpPr>
            <a:spLocks noGrp="1"/>
          </p:cNvSpPr>
          <p:nvPr>
            <p:ph type="body" sz="quarter" idx="18"/>
          </p:nvPr>
        </p:nvSpPr>
        <p:spPr>
          <a:xfrm>
            <a:off x="4723839" y="4197690"/>
            <a:ext cx="2286000" cy="2048517"/>
          </a:xfrm>
        </p:spPr>
        <p:txBody>
          <a:bodyPr>
            <a:noAutofit/>
          </a:bodyPr>
          <a:lstStyle>
            <a:lvl1pPr>
              <a:spcAft>
                <a:spcPts val="0"/>
              </a:spcAft>
              <a:buClr>
                <a:srgbClr val="6F85A5"/>
              </a:buClr>
              <a:defRPr sz="1000">
                <a:latin typeface="Aptos" panose="020B0004020202020204" pitchFamily="34" charset="0"/>
              </a:defRPr>
            </a:lvl1pPr>
            <a:lvl2pPr>
              <a:spcAft>
                <a:spcPts val="0"/>
              </a:spcAft>
              <a:buClr>
                <a:srgbClr val="6F85A5"/>
              </a:buClr>
              <a:defRPr sz="900">
                <a:latin typeface="Aptos" panose="020B0004020202020204" pitchFamily="34" charset="0"/>
              </a:defRPr>
            </a:lvl2pPr>
            <a:lvl3pPr>
              <a:spcAft>
                <a:spcPts val="0"/>
              </a:spcAft>
              <a:buClr>
                <a:srgbClr val="6F85A5"/>
              </a:buClr>
              <a:defRPr sz="800">
                <a:latin typeface="Aptos" panose="020B0004020202020204" pitchFamily="34" charset="0"/>
              </a:defRPr>
            </a:lvl3pPr>
            <a:lvl4pPr>
              <a:spcAft>
                <a:spcPts val="0"/>
              </a:spcAft>
              <a:buClr>
                <a:srgbClr val="6F85A5"/>
              </a:buClr>
              <a:defRPr sz="700">
                <a:latin typeface="Aptos" panose="020B0004020202020204" pitchFamily="34" charset="0"/>
              </a:defRPr>
            </a:lvl4pPr>
            <a:lvl5pPr>
              <a:spcAft>
                <a:spcPts val="0"/>
              </a:spcAft>
              <a:buClr>
                <a:srgbClr val="6F85A5"/>
              </a:buClr>
              <a:defRPr sz="700">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26">
            <a:extLst>
              <a:ext uri="{FF2B5EF4-FFF2-40B4-BE49-F238E27FC236}">
                <a16:creationId xmlns:a16="http://schemas.microsoft.com/office/drawing/2014/main" id="{C1A24BFD-8746-417F-B50F-7E54C8ADC80C}"/>
              </a:ext>
            </a:extLst>
          </p:cNvPr>
          <p:cNvSpPr>
            <a:spLocks noGrp="1"/>
          </p:cNvSpPr>
          <p:nvPr>
            <p:ph type="body" sz="quarter" idx="19"/>
          </p:nvPr>
        </p:nvSpPr>
        <p:spPr>
          <a:xfrm>
            <a:off x="7169827" y="4197690"/>
            <a:ext cx="2286000" cy="2048517"/>
          </a:xfrm>
        </p:spPr>
        <p:txBody>
          <a:bodyPr>
            <a:noAutofit/>
          </a:bodyPr>
          <a:lstStyle>
            <a:lvl1pPr>
              <a:spcAft>
                <a:spcPts val="0"/>
              </a:spcAft>
              <a:buClr>
                <a:srgbClr val="6F85A5"/>
              </a:buClr>
              <a:defRPr sz="1000">
                <a:latin typeface="Aptos" panose="020B0004020202020204" pitchFamily="34" charset="0"/>
              </a:defRPr>
            </a:lvl1pPr>
            <a:lvl2pPr>
              <a:spcAft>
                <a:spcPts val="0"/>
              </a:spcAft>
              <a:buClr>
                <a:srgbClr val="6F85A5"/>
              </a:buClr>
              <a:defRPr sz="900">
                <a:latin typeface="Aptos" panose="020B0004020202020204" pitchFamily="34" charset="0"/>
              </a:defRPr>
            </a:lvl2pPr>
            <a:lvl3pPr>
              <a:spcAft>
                <a:spcPts val="0"/>
              </a:spcAft>
              <a:buClr>
                <a:srgbClr val="6F85A5"/>
              </a:buClr>
              <a:defRPr sz="800">
                <a:latin typeface="Aptos" panose="020B0004020202020204" pitchFamily="34" charset="0"/>
              </a:defRPr>
            </a:lvl3pPr>
            <a:lvl4pPr>
              <a:spcAft>
                <a:spcPts val="0"/>
              </a:spcAft>
              <a:buClr>
                <a:srgbClr val="6F85A5"/>
              </a:buClr>
              <a:defRPr sz="700">
                <a:latin typeface="Aptos" panose="020B0004020202020204" pitchFamily="34" charset="0"/>
              </a:defRPr>
            </a:lvl4pPr>
            <a:lvl5pPr>
              <a:spcAft>
                <a:spcPts val="0"/>
              </a:spcAft>
              <a:buClr>
                <a:srgbClr val="6F85A5"/>
              </a:buClr>
              <a:defRPr sz="700">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Straight Connector 14">
            <a:extLst>
              <a:ext uri="{FF2B5EF4-FFF2-40B4-BE49-F238E27FC236}">
                <a16:creationId xmlns:a16="http://schemas.microsoft.com/office/drawing/2014/main" id="{5CD1AFC4-BEC9-47D6-ADF2-71F176B348BB}"/>
              </a:ext>
            </a:extLst>
          </p:cNvPr>
          <p:cNvCxnSpPr>
            <a:cxnSpLocks/>
          </p:cNvCxnSpPr>
          <p:nvPr/>
        </p:nvCxnSpPr>
        <p:spPr>
          <a:xfrm>
            <a:off x="2172557" y="1123475"/>
            <a:ext cx="5285232" cy="0"/>
          </a:xfrm>
          <a:prstGeom prst="line">
            <a:avLst/>
          </a:prstGeom>
          <a:ln w="9525">
            <a:solidFill>
              <a:schemeClr val="accent5"/>
            </a:solidFill>
          </a:ln>
        </p:spPr>
        <p:style>
          <a:lnRef idx="2">
            <a:schemeClr val="accent4"/>
          </a:lnRef>
          <a:fillRef idx="0">
            <a:schemeClr val="accent4"/>
          </a:fillRef>
          <a:effectRef idx="1">
            <a:schemeClr val="accent4"/>
          </a:effectRef>
          <a:fontRef idx="minor">
            <a:schemeClr val="tx1"/>
          </a:fontRef>
        </p:style>
      </p:cxnSp>
      <p:sp>
        <p:nvSpPr>
          <p:cNvPr id="22" name="TextBox 21">
            <a:extLst>
              <a:ext uri="{FF2B5EF4-FFF2-40B4-BE49-F238E27FC236}">
                <a16:creationId xmlns:a16="http://schemas.microsoft.com/office/drawing/2014/main" id="{94D5D966-DA36-44E8-8945-AAA86E691024}"/>
              </a:ext>
            </a:extLst>
          </p:cNvPr>
          <p:cNvSpPr txBox="1"/>
          <p:nvPr/>
        </p:nvSpPr>
        <p:spPr>
          <a:xfrm>
            <a:off x="8837131" y="147611"/>
            <a:ext cx="3231045" cy="584775"/>
          </a:xfrm>
          <a:prstGeom prst="rect">
            <a:avLst/>
          </a:prstGeom>
          <a:noFill/>
        </p:spPr>
        <p:txBody>
          <a:bodyPr wrap="square" rtlCol="0">
            <a:spAutoFit/>
          </a:bodyPr>
          <a:lstStyle/>
          <a:p>
            <a:pPr algn="r"/>
            <a:r>
              <a:rPr lang="en-US" sz="3200" b="1">
                <a:solidFill>
                  <a:schemeClr val="bg2">
                    <a:lumMod val="90000"/>
                  </a:schemeClr>
                </a:solidFill>
                <a:latin typeface="Aptos" panose="020B0004020202020204" pitchFamily="34" charset="0"/>
              </a:rPr>
              <a:t>CASE STUDY</a:t>
            </a:r>
          </a:p>
        </p:txBody>
      </p:sp>
      <p:pic>
        <p:nvPicPr>
          <p:cNvPr id="8" name="Picture 7" descr="A black and grey logo&#10;&#10;Description automatically generated">
            <a:extLst>
              <a:ext uri="{FF2B5EF4-FFF2-40B4-BE49-F238E27FC236}">
                <a16:creationId xmlns:a16="http://schemas.microsoft.com/office/drawing/2014/main" id="{5D082EA6-79EE-8F2B-B86D-CD1E704AB9E2}"/>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10523307" y="6369040"/>
            <a:ext cx="1059895" cy="214179"/>
          </a:xfrm>
          <a:prstGeom prst="rect">
            <a:avLst/>
          </a:prstGeom>
        </p:spPr>
      </p:pic>
      <p:cxnSp>
        <p:nvCxnSpPr>
          <p:cNvPr id="12" name="Straight Connector 11">
            <a:extLst>
              <a:ext uri="{FF2B5EF4-FFF2-40B4-BE49-F238E27FC236}">
                <a16:creationId xmlns:a16="http://schemas.microsoft.com/office/drawing/2014/main" id="{DECF2349-3B60-4624-D0F6-BE727F94BF67}"/>
              </a:ext>
            </a:extLst>
          </p:cNvPr>
          <p:cNvCxnSpPr>
            <a:cxnSpLocks/>
          </p:cNvCxnSpPr>
          <p:nvPr/>
        </p:nvCxnSpPr>
        <p:spPr>
          <a:xfrm>
            <a:off x="2172557" y="1123475"/>
            <a:ext cx="6675120" cy="0"/>
          </a:xfrm>
          <a:prstGeom prst="line">
            <a:avLst/>
          </a:prstGeom>
          <a:ln w="9525">
            <a:solidFill>
              <a:schemeClr val="bg2">
                <a:lumMod val="75000"/>
              </a:schemeClr>
            </a:solidFill>
          </a:ln>
        </p:spPr>
        <p:style>
          <a:lnRef idx="2">
            <a:schemeClr val="accent4"/>
          </a:lnRef>
          <a:fillRef idx="0">
            <a:schemeClr val="accent4"/>
          </a:fillRef>
          <a:effectRef idx="1">
            <a:schemeClr val="accent4"/>
          </a:effectRef>
          <a:fontRef idx="minor">
            <a:schemeClr val="tx1"/>
          </a:fontRef>
        </p:style>
      </p:cxnSp>
      <p:sp>
        <p:nvSpPr>
          <p:cNvPr id="16" name="Slide Number Placeholder 11">
            <a:extLst>
              <a:ext uri="{FF2B5EF4-FFF2-40B4-BE49-F238E27FC236}">
                <a16:creationId xmlns:a16="http://schemas.microsoft.com/office/drawing/2014/main" id="{A6DEDB38-4FCF-0FE7-55E9-0D5BB9AAE1EA}"/>
              </a:ext>
            </a:extLst>
          </p:cNvPr>
          <p:cNvSpPr txBox="1">
            <a:spLocks/>
          </p:cNvSpPr>
          <p:nvPr/>
        </p:nvSpPr>
        <p:spPr>
          <a:xfrm>
            <a:off x="11669442" y="6293567"/>
            <a:ext cx="37642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2">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452812-C10A-4AB2-8074-0CB7DB09664E}" type="slidenum">
              <a:rPr lang="en-US" smtClean="0">
                <a:solidFill>
                  <a:schemeClr val="bg1">
                    <a:lumMod val="65000"/>
                  </a:schemeClr>
                </a:solidFill>
                <a:latin typeface="Aptos" panose="020B0004020202020204" pitchFamily="34" charset="0"/>
              </a:rPr>
              <a:pPr/>
              <a:t>‹#›</a:t>
            </a:fld>
            <a:endParaRPr lang="en-US">
              <a:solidFill>
                <a:schemeClr val="bg1">
                  <a:lumMod val="65000"/>
                </a:schemeClr>
              </a:solidFill>
              <a:latin typeface="Aptos" panose="020B0004020202020204" pitchFamily="34" charset="0"/>
            </a:endParaRPr>
          </a:p>
        </p:txBody>
      </p:sp>
      <p:cxnSp>
        <p:nvCxnSpPr>
          <p:cNvPr id="10" name="Straight Connector 9">
            <a:extLst>
              <a:ext uri="{FF2B5EF4-FFF2-40B4-BE49-F238E27FC236}">
                <a16:creationId xmlns:a16="http://schemas.microsoft.com/office/drawing/2014/main" id="{69B0BE60-52C0-0422-C97A-F25F3E6995B3}"/>
              </a:ext>
            </a:extLst>
          </p:cNvPr>
          <p:cNvCxnSpPr>
            <a:cxnSpLocks/>
          </p:cNvCxnSpPr>
          <p:nvPr/>
        </p:nvCxnSpPr>
        <p:spPr>
          <a:xfrm>
            <a:off x="2172557" y="1123475"/>
            <a:ext cx="6766560" cy="0"/>
          </a:xfrm>
          <a:prstGeom prst="line">
            <a:avLst/>
          </a:prstGeom>
          <a:ln w="9525">
            <a:solidFill>
              <a:schemeClr val="bg2">
                <a:lumMod val="75000"/>
              </a:schemeClr>
            </a:solidFill>
          </a:ln>
        </p:spPr>
        <p:style>
          <a:lnRef idx="2">
            <a:schemeClr val="accent4"/>
          </a:lnRef>
          <a:fillRef idx="0">
            <a:schemeClr val="accent4"/>
          </a:fillRef>
          <a:effectRef idx="1">
            <a:schemeClr val="accent4"/>
          </a:effectRef>
          <a:fontRef idx="minor">
            <a:schemeClr val="tx1"/>
          </a:fontRef>
        </p:style>
      </p:cxnSp>
      <p:sp>
        <p:nvSpPr>
          <p:cNvPr id="11" name="Footer Placeholder 5">
            <a:extLst>
              <a:ext uri="{FF2B5EF4-FFF2-40B4-BE49-F238E27FC236}">
                <a16:creationId xmlns:a16="http://schemas.microsoft.com/office/drawing/2014/main" id="{7F8BC41D-5D97-0A38-A01C-8725ACC1F3EA}"/>
              </a:ext>
            </a:extLst>
          </p:cNvPr>
          <p:cNvSpPr txBox="1">
            <a:spLocks/>
          </p:cNvSpPr>
          <p:nvPr/>
        </p:nvSpPr>
        <p:spPr>
          <a:xfrm>
            <a:off x="4002138" y="6529613"/>
            <a:ext cx="4187724" cy="365125"/>
          </a:xfrm>
          <a:prstGeom prst="rect">
            <a:avLst/>
          </a:prstGeom>
        </p:spPr>
        <p:txBody>
          <a:bodyPr vert="horz" lIns="91440" tIns="45720" rIns="91440" bIns="45720" rtlCol="0" anchor="ct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2026 Kaizen Analytix LLC   |   All Rights Reserved.  CONFIDENTIAL &amp; PROPRIETARY</a:t>
            </a:r>
          </a:p>
        </p:txBody>
      </p:sp>
      <p:grpSp>
        <p:nvGrpSpPr>
          <p:cNvPr id="32" name="Group 31">
            <a:extLst>
              <a:ext uri="{FF2B5EF4-FFF2-40B4-BE49-F238E27FC236}">
                <a16:creationId xmlns:a16="http://schemas.microsoft.com/office/drawing/2014/main" id="{E7665419-4D54-9182-21B0-9BF5742D1939}"/>
              </a:ext>
            </a:extLst>
          </p:cNvPr>
          <p:cNvGrpSpPr/>
          <p:nvPr/>
        </p:nvGrpSpPr>
        <p:grpSpPr>
          <a:xfrm>
            <a:off x="1947905" y="1806698"/>
            <a:ext cx="9505432" cy="1337691"/>
            <a:chOff x="1697531" y="3110257"/>
            <a:chExt cx="9505432" cy="1337691"/>
          </a:xfrm>
        </p:grpSpPr>
        <p:sp>
          <p:nvSpPr>
            <p:cNvPr id="30" name="Rectangle 29">
              <a:extLst>
                <a:ext uri="{FF2B5EF4-FFF2-40B4-BE49-F238E27FC236}">
                  <a16:creationId xmlns:a16="http://schemas.microsoft.com/office/drawing/2014/main" id="{C63E0EBC-A283-3CA4-A19F-C0B68CCE599D}"/>
                </a:ext>
              </a:extLst>
            </p:cNvPr>
            <p:cNvSpPr/>
            <p:nvPr userDrawn="1"/>
          </p:nvSpPr>
          <p:spPr>
            <a:xfrm>
              <a:off x="1697531" y="3620045"/>
              <a:ext cx="7657515" cy="82790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Parallelogram 30">
              <a:extLst>
                <a:ext uri="{FF2B5EF4-FFF2-40B4-BE49-F238E27FC236}">
                  <a16:creationId xmlns:a16="http://schemas.microsoft.com/office/drawing/2014/main" id="{DF23FA66-E8CF-0C0C-D97C-28FBFEA8B2CE}"/>
                </a:ext>
              </a:extLst>
            </p:cNvPr>
            <p:cNvSpPr/>
            <p:nvPr userDrawn="1"/>
          </p:nvSpPr>
          <p:spPr>
            <a:xfrm rot="19761793">
              <a:off x="8989348" y="3110257"/>
              <a:ext cx="2213615" cy="832104"/>
            </a:xfrm>
            <a:prstGeom prst="parallelogram">
              <a:avLst>
                <a:gd name="adj" fmla="val 2570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 name="Group 32">
            <a:extLst>
              <a:ext uri="{FF2B5EF4-FFF2-40B4-BE49-F238E27FC236}">
                <a16:creationId xmlns:a16="http://schemas.microsoft.com/office/drawing/2014/main" id="{6EF39615-E940-3566-B988-82B5510896A0}"/>
              </a:ext>
            </a:extLst>
          </p:cNvPr>
          <p:cNvGrpSpPr/>
          <p:nvPr/>
        </p:nvGrpSpPr>
        <p:grpSpPr>
          <a:xfrm>
            <a:off x="9887005" y="1077619"/>
            <a:ext cx="1654278" cy="1654278"/>
            <a:chOff x="4655485" y="1193878"/>
            <a:chExt cx="1259330" cy="1259330"/>
          </a:xfrm>
          <a:solidFill>
            <a:srgbClr val="364354"/>
          </a:solidFill>
        </p:grpSpPr>
        <p:sp>
          <p:nvSpPr>
            <p:cNvPr id="34" name="Oval 33">
              <a:extLst>
                <a:ext uri="{FF2B5EF4-FFF2-40B4-BE49-F238E27FC236}">
                  <a16:creationId xmlns:a16="http://schemas.microsoft.com/office/drawing/2014/main" id="{42374143-C574-23C3-537A-EE7BDFBDA84B}"/>
                </a:ext>
              </a:extLst>
            </p:cNvPr>
            <p:cNvSpPr/>
            <p:nvPr userDrawn="1"/>
          </p:nvSpPr>
          <p:spPr>
            <a:xfrm>
              <a:off x="4655485" y="1193878"/>
              <a:ext cx="1259330" cy="1259330"/>
            </a:xfrm>
            <a:prstGeom prst="ellipse">
              <a:avLst/>
            </a:prstGeom>
            <a:solidFill>
              <a:schemeClr val="accent1"/>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371F672F-9956-0A44-3B9E-852C230C69E1}"/>
                </a:ext>
              </a:extLst>
            </p:cNvPr>
            <p:cNvSpPr/>
            <p:nvPr userDrawn="1"/>
          </p:nvSpPr>
          <p:spPr>
            <a:xfrm>
              <a:off x="4713650" y="1252043"/>
              <a:ext cx="1143000" cy="1143000"/>
            </a:xfrm>
            <a:prstGeom prst="ellipse">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BA0DF1CF-1B32-BBE1-B6F4-B29E14556C33}"/>
              </a:ext>
            </a:extLst>
          </p:cNvPr>
          <p:cNvGrpSpPr/>
          <p:nvPr/>
        </p:nvGrpSpPr>
        <p:grpSpPr>
          <a:xfrm>
            <a:off x="2791146" y="1966224"/>
            <a:ext cx="1259330" cy="1259330"/>
            <a:chOff x="4655485" y="1193878"/>
            <a:chExt cx="1259330" cy="1259330"/>
          </a:xfrm>
        </p:grpSpPr>
        <p:sp>
          <p:nvSpPr>
            <p:cNvPr id="3" name="Oval 2">
              <a:extLst>
                <a:ext uri="{FF2B5EF4-FFF2-40B4-BE49-F238E27FC236}">
                  <a16:creationId xmlns:a16="http://schemas.microsoft.com/office/drawing/2014/main" id="{5D59C353-D08B-7918-6D15-9646EC59E043}"/>
                </a:ext>
              </a:extLst>
            </p:cNvPr>
            <p:cNvSpPr/>
            <p:nvPr userDrawn="1"/>
          </p:nvSpPr>
          <p:spPr>
            <a:xfrm>
              <a:off x="4655485" y="1193878"/>
              <a:ext cx="1259330" cy="1259330"/>
            </a:xfrm>
            <a:prstGeom prst="ellipse">
              <a:avLst/>
            </a:prstGeom>
            <a:solidFill>
              <a:srgbClr val="8EA0B8"/>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BB38BBB9-C93E-8E9B-4C1F-D666C66606EC}"/>
                </a:ext>
              </a:extLst>
            </p:cNvPr>
            <p:cNvSpPr/>
            <p:nvPr userDrawn="1"/>
          </p:nvSpPr>
          <p:spPr>
            <a:xfrm>
              <a:off x="4713650" y="1252043"/>
              <a:ext cx="1143000" cy="1143000"/>
            </a:xfrm>
            <a:prstGeom prst="ellipse">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TextBox 36">
            <a:extLst>
              <a:ext uri="{FF2B5EF4-FFF2-40B4-BE49-F238E27FC236}">
                <a16:creationId xmlns:a16="http://schemas.microsoft.com/office/drawing/2014/main" id="{0FFC53FF-A310-1C66-EDE7-C5E499E00373}"/>
              </a:ext>
            </a:extLst>
          </p:cNvPr>
          <p:cNvSpPr txBox="1"/>
          <p:nvPr/>
        </p:nvSpPr>
        <p:spPr>
          <a:xfrm>
            <a:off x="2687251" y="1566205"/>
            <a:ext cx="1467120" cy="338554"/>
          </a:xfrm>
          <a:prstGeom prst="rect">
            <a:avLst/>
          </a:prstGeom>
          <a:noFill/>
        </p:spPr>
        <p:txBody>
          <a:bodyPr wrap="square" rtlCol="0">
            <a:spAutoFit/>
          </a:bodyPr>
          <a:lstStyle/>
          <a:p>
            <a:pPr algn="ctr"/>
            <a:r>
              <a:rPr lang="en-US" sz="1600" b="1" i="0" spc="100" baseline="0">
                <a:solidFill>
                  <a:srgbClr val="8EA0B8"/>
                </a:solidFill>
                <a:effectLst/>
                <a:latin typeface="Aptos SemiBold" panose="020B0004020202020204" pitchFamily="34" charset="0"/>
              </a:rPr>
              <a:t>CHALLENGE</a:t>
            </a:r>
          </a:p>
        </p:txBody>
      </p:sp>
      <p:sp>
        <p:nvSpPr>
          <p:cNvPr id="29" name="Text Placeholder 28">
            <a:extLst>
              <a:ext uri="{FF2B5EF4-FFF2-40B4-BE49-F238E27FC236}">
                <a16:creationId xmlns:a16="http://schemas.microsoft.com/office/drawing/2014/main" id="{D489676D-9FA2-448E-B236-DB646A9F3543}"/>
              </a:ext>
            </a:extLst>
          </p:cNvPr>
          <p:cNvSpPr>
            <a:spLocks noGrp="1"/>
          </p:cNvSpPr>
          <p:nvPr>
            <p:ph type="body" sz="quarter" idx="20"/>
          </p:nvPr>
        </p:nvSpPr>
        <p:spPr>
          <a:xfrm>
            <a:off x="9988929" y="1206744"/>
            <a:ext cx="1475948" cy="1431851"/>
          </a:xfrm>
        </p:spPr>
        <p:txBody>
          <a:bodyPr anchor="ctr">
            <a:normAutofit/>
          </a:bodyPr>
          <a:lstStyle>
            <a:lvl1pPr marL="0" indent="0" algn="ctr">
              <a:spcBef>
                <a:spcPts val="0"/>
              </a:spcBef>
              <a:spcAft>
                <a:spcPts val="300"/>
              </a:spcAft>
              <a:buNone/>
              <a:defRPr sz="1200">
                <a:solidFill>
                  <a:schemeClr val="bg1"/>
                </a:solidFill>
                <a:latin typeface="Aptos" panose="020B0004020202020204" pitchFamily="34" charset="0"/>
              </a:defRPr>
            </a:lvl1pPr>
            <a:lvl2pPr marL="457206" indent="0" algn="ctr">
              <a:buNone/>
              <a:defRPr>
                <a:solidFill>
                  <a:schemeClr val="bg1"/>
                </a:solidFill>
                <a:latin typeface="URW DIN Demi" panose="00000700000000000000" pitchFamily="50" charset="0"/>
              </a:defRPr>
            </a:lvl2pPr>
            <a:lvl3pPr>
              <a:buNone/>
              <a:defRPr/>
            </a:lvl3pPr>
            <a:lvl4pPr>
              <a:buNone/>
              <a:defRPr/>
            </a:lvl4pPr>
            <a:lvl5pPr>
              <a:buNone/>
              <a:defRPr/>
            </a:lvl5pPr>
          </a:lstStyle>
          <a:p>
            <a:pPr lvl="0"/>
            <a:r>
              <a:rPr lang="en-US"/>
              <a:t>Click to edit Master text styles</a:t>
            </a:r>
          </a:p>
        </p:txBody>
      </p:sp>
      <p:grpSp>
        <p:nvGrpSpPr>
          <p:cNvPr id="20" name="Group 19">
            <a:extLst>
              <a:ext uri="{FF2B5EF4-FFF2-40B4-BE49-F238E27FC236}">
                <a16:creationId xmlns:a16="http://schemas.microsoft.com/office/drawing/2014/main" id="{E44D6058-227B-C7C2-5D14-5EE51F088D00}"/>
              </a:ext>
            </a:extLst>
          </p:cNvPr>
          <p:cNvGrpSpPr/>
          <p:nvPr/>
        </p:nvGrpSpPr>
        <p:grpSpPr>
          <a:xfrm>
            <a:off x="5200536" y="1975513"/>
            <a:ext cx="1259330" cy="1259330"/>
            <a:chOff x="4655485" y="1193878"/>
            <a:chExt cx="1259330" cy="1259330"/>
          </a:xfrm>
        </p:grpSpPr>
        <p:sp>
          <p:nvSpPr>
            <p:cNvPr id="21" name="Oval 20">
              <a:extLst>
                <a:ext uri="{FF2B5EF4-FFF2-40B4-BE49-F238E27FC236}">
                  <a16:creationId xmlns:a16="http://schemas.microsoft.com/office/drawing/2014/main" id="{46A920C9-63E6-356C-1CAE-E7D6BAAEBD8F}"/>
                </a:ext>
              </a:extLst>
            </p:cNvPr>
            <p:cNvSpPr/>
            <p:nvPr userDrawn="1"/>
          </p:nvSpPr>
          <p:spPr>
            <a:xfrm>
              <a:off x="4655485" y="1193878"/>
              <a:ext cx="1259330" cy="1259330"/>
            </a:xfrm>
            <a:prstGeom prst="ellipse">
              <a:avLst/>
            </a:prstGeom>
            <a:solidFill>
              <a:srgbClr val="6F85A5"/>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F331A08-DCE5-16F3-D800-FF0C98DA0998}"/>
                </a:ext>
              </a:extLst>
            </p:cNvPr>
            <p:cNvSpPr/>
            <p:nvPr userDrawn="1"/>
          </p:nvSpPr>
          <p:spPr>
            <a:xfrm>
              <a:off x="4713650" y="1252043"/>
              <a:ext cx="1143000" cy="1143000"/>
            </a:xfrm>
            <a:prstGeom prst="ellipse">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TextBox 38">
            <a:extLst>
              <a:ext uri="{FF2B5EF4-FFF2-40B4-BE49-F238E27FC236}">
                <a16:creationId xmlns:a16="http://schemas.microsoft.com/office/drawing/2014/main" id="{088807CE-C4F2-298A-60A6-2BC1156A08A7}"/>
              </a:ext>
            </a:extLst>
          </p:cNvPr>
          <p:cNvSpPr txBox="1"/>
          <p:nvPr/>
        </p:nvSpPr>
        <p:spPr>
          <a:xfrm>
            <a:off x="5096641" y="1556915"/>
            <a:ext cx="1467120" cy="338554"/>
          </a:xfrm>
          <a:prstGeom prst="rect">
            <a:avLst/>
          </a:prstGeom>
          <a:noFill/>
        </p:spPr>
        <p:txBody>
          <a:bodyPr wrap="square" rtlCol="0">
            <a:spAutoFit/>
          </a:bodyPr>
          <a:lstStyle/>
          <a:p>
            <a:pPr algn="ctr"/>
            <a:r>
              <a:rPr lang="en-US" sz="1600" b="1" i="0" spc="100" baseline="0">
                <a:solidFill>
                  <a:srgbClr val="6F85A5"/>
                </a:solidFill>
                <a:effectLst/>
                <a:latin typeface="Aptos SemiBold" panose="020B0004020202020204" pitchFamily="34" charset="0"/>
              </a:rPr>
              <a:t>SOLUTION</a:t>
            </a:r>
          </a:p>
        </p:txBody>
      </p:sp>
      <p:grpSp>
        <p:nvGrpSpPr>
          <p:cNvPr id="24" name="Group 23">
            <a:extLst>
              <a:ext uri="{FF2B5EF4-FFF2-40B4-BE49-F238E27FC236}">
                <a16:creationId xmlns:a16="http://schemas.microsoft.com/office/drawing/2014/main" id="{D2BBA44E-7493-BE80-3CEC-71B0CAA7AC08}"/>
              </a:ext>
            </a:extLst>
          </p:cNvPr>
          <p:cNvGrpSpPr/>
          <p:nvPr/>
        </p:nvGrpSpPr>
        <p:grpSpPr>
          <a:xfrm>
            <a:off x="7609927" y="1966224"/>
            <a:ext cx="1259330" cy="1259330"/>
            <a:chOff x="4655485" y="1193878"/>
            <a:chExt cx="1259330" cy="1259330"/>
          </a:xfrm>
          <a:solidFill>
            <a:srgbClr val="364354"/>
          </a:solidFill>
        </p:grpSpPr>
        <p:sp>
          <p:nvSpPr>
            <p:cNvPr id="26" name="Oval 25">
              <a:extLst>
                <a:ext uri="{FF2B5EF4-FFF2-40B4-BE49-F238E27FC236}">
                  <a16:creationId xmlns:a16="http://schemas.microsoft.com/office/drawing/2014/main" id="{EFEB7023-41FE-94D6-B987-1428ED3840F7}"/>
                </a:ext>
              </a:extLst>
            </p:cNvPr>
            <p:cNvSpPr/>
            <p:nvPr userDrawn="1"/>
          </p:nvSpPr>
          <p:spPr>
            <a:xfrm>
              <a:off x="4655485" y="1193878"/>
              <a:ext cx="1259330" cy="1259330"/>
            </a:xfrm>
            <a:prstGeom prst="ellipse">
              <a:avLst/>
            </a:prstGeom>
            <a:grp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8292949D-F579-D17D-6B81-F83778DDD283}"/>
                </a:ext>
              </a:extLst>
            </p:cNvPr>
            <p:cNvSpPr/>
            <p:nvPr userDrawn="1"/>
          </p:nvSpPr>
          <p:spPr>
            <a:xfrm>
              <a:off x="4713650" y="1252043"/>
              <a:ext cx="1143000" cy="1143000"/>
            </a:xfrm>
            <a:prstGeom prst="ellipse">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0" name="TextBox 39">
            <a:extLst>
              <a:ext uri="{FF2B5EF4-FFF2-40B4-BE49-F238E27FC236}">
                <a16:creationId xmlns:a16="http://schemas.microsoft.com/office/drawing/2014/main" id="{797C017B-723B-BDBD-4312-0F40E13E952A}"/>
              </a:ext>
            </a:extLst>
          </p:cNvPr>
          <p:cNvSpPr txBox="1"/>
          <p:nvPr/>
        </p:nvSpPr>
        <p:spPr>
          <a:xfrm>
            <a:off x="7506032" y="1566205"/>
            <a:ext cx="1467120" cy="338554"/>
          </a:xfrm>
          <a:prstGeom prst="rect">
            <a:avLst/>
          </a:prstGeom>
          <a:noFill/>
        </p:spPr>
        <p:txBody>
          <a:bodyPr wrap="square" rtlCol="0">
            <a:spAutoFit/>
          </a:bodyPr>
          <a:lstStyle/>
          <a:p>
            <a:pPr algn="ctr"/>
            <a:r>
              <a:rPr lang="en-US" sz="1600" b="1" i="0" spc="100" baseline="0">
                <a:solidFill>
                  <a:srgbClr val="364354"/>
                </a:solidFill>
                <a:effectLst/>
                <a:latin typeface="Aptos SemiBold" panose="020B0004020202020204" pitchFamily="34" charset="0"/>
              </a:rPr>
              <a:t>RESULTS</a:t>
            </a:r>
          </a:p>
        </p:txBody>
      </p:sp>
      <p:pic>
        <p:nvPicPr>
          <p:cNvPr id="44" name="Picture 43" descr="Graphical user interface, application&#10;&#10;Description automatically generated">
            <a:extLst>
              <a:ext uri="{FF2B5EF4-FFF2-40B4-BE49-F238E27FC236}">
                <a16:creationId xmlns:a16="http://schemas.microsoft.com/office/drawing/2014/main" id="{B8695A4C-316D-917B-9C2D-DF111000D635}"/>
              </a:ext>
            </a:extLst>
          </p:cNvPr>
          <p:cNvPicPr>
            <a:picLocks noChangeAspect="1"/>
          </p:cNvPicPr>
          <p:nvPr/>
        </p:nvPicPr>
        <p:blipFill>
          <a:blip r:embed="rId2" cstate="screen">
            <a:extLst>
              <a:ext uri="{28A0092B-C50C-407E-A947-70E740481C1C}">
                <a14:useLocalDpi xmlns:a14="http://schemas.microsoft.com/office/drawing/2010/main" val="0"/>
              </a:ext>
            </a:extLst>
          </a:blip>
          <a:srcRect l="35371" t="72825" r="58168" b="18"/>
          <a:stretch>
            <a:fillRect/>
          </a:stretch>
        </p:blipFill>
        <p:spPr>
          <a:xfrm>
            <a:off x="5528612" y="3239131"/>
            <a:ext cx="603179" cy="855887"/>
          </a:xfrm>
          <a:prstGeom prst="rect">
            <a:avLst/>
          </a:prstGeom>
          <a:effectLst>
            <a:outerShdw blurRad="50800" dist="25400" dir="5400000" algn="t" rotWithShape="0">
              <a:prstClr val="black">
                <a:alpha val="20000"/>
              </a:prstClr>
            </a:outerShdw>
          </a:effectLst>
        </p:spPr>
      </p:pic>
      <p:pic>
        <p:nvPicPr>
          <p:cNvPr id="45" name="Picture 44" descr="Graphical user interface, application&#10;&#10;Description automatically generated">
            <a:extLst>
              <a:ext uri="{FF2B5EF4-FFF2-40B4-BE49-F238E27FC236}">
                <a16:creationId xmlns:a16="http://schemas.microsoft.com/office/drawing/2014/main" id="{A2B4E3F6-E464-8B78-3A5F-1E28DB9CC146}"/>
              </a:ext>
            </a:extLst>
          </p:cNvPr>
          <p:cNvPicPr>
            <a:picLocks noChangeAspect="1"/>
          </p:cNvPicPr>
          <p:nvPr/>
        </p:nvPicPr>
        <p:blipFill>
          <a:blip r:embed="rId2" cstate="screen">
            <a:extLst>
              <a:ext uri="{28A0092B-C50C-407E-A947-70E740481C1C}">
                <a14:useLocalDpi xmlns:a14="http://schemas.microsoft.com/office/drawing/2010/main" val="0"/>
              </a:ext>
            </a:extLst>
          </a:blip>
          <a:srcRect l="61531" t="72843" r="32008"/>
          <a:stretch>
            <a:fillRect/>
          </a:stretch>
        </p:blipFill>
        <p:spPr>
          <a:xfrm>
            <a:off x="7938003" y="3239131"/>
            <a:ext cx="603179" cy="855887"/>
          </a:xfrm>
          <a:prstGeom prst="rect">
            <a:avLst/>
          </a:prstGeom>
          <a:effectLst>
            <a:outerShdw blurRad="50800" dist="25400" dir="5400000" algn="t" rotWithShape="0">
              <a:prstClr val="black">
                <a:alpha val="20000"/>
              </a:prstClr>
            </a:outerShdw>
          </a:effectLst>
        </p:spPr>
      </p:pic>
      <p:sp>
        <p:nvSpPr>
          <p:cNvPr id="6" name="Picture Placeholder 5">
            <a:extLst>
              <a:ext uri="{FF2B5EF4-FFF2-40B4-BE49-F238E27FC236}">
                <a16:creationId xmlns:a16="http://schemas.microsoft.com/office/drawing/2014/main" id="{92A4139A-F6B8-4147-BFEA-D5D24C097433}"/>
              </a:ext>
            </a:extLst>
          </p:cNvPr>
          <p:cNvSpPr>
            <a:spLocks noGrp="1"/>
          </p:cNvSpPr>
          <p:nvPr>
            <p:ph type="pic" sz="quarter" idx="17"/>
          </p:nvPr>
        </p:nvSpPr>
        <p:spPr>
          <a:xfrm>
            <a:off x="3" y="-1"/>
            <a:ext cx="1947902" cy="6857997"/>
          </a:xfrm>
          <a:solidFill>
            <a:schemeClr val="bg1">
              <a:lumMod val="95000"/>
            </a:schemeClr>
          </a:solidFill>
        </p:spPr>
        <p:txBody>
          <a:bodyPr/>
          <a:lstStyle>
            <a:lvl1pPr>
              <a:defRPr>
                <a:latin typeface="Aptos" panose="020B0004020202020204" pitchFamily="34" charset="0"/>
              </a:defRPr>
            </a:lvl1pPr>
          </a:lstStyle>
          <a:p>
            <a:r>
              <a:rPr lang="en-US"/>
              <a:t>Click icon to add picture</a:t>
            </a:r>
          </a:p>
        </p:txBody>
      </p:sp>
      <p:pic>
        <p:nvPicPr>
          <p:cNvPr id="9" name="Picture 8" descr="A white line drawing of a person in a circle&#10;&#10;AI-generated content may be incorrect.">
            <a:extLst>
              <a:ext uri="{FF2B5EF4-FFF2-40B4-BE49-F238E27FC236}">
                <a16:creationId xmlns:a16="http://schemas.microsoft.com/office/drawing/2014/main" id="{449A684D-03EC-1AC5-8B29-659003C7A6A0}"/>
              </a:ext>
            </a:extLst>
          </p:cNvPr>
          <p:cNvPicPr>
            <a:picLocks noChangeAspect="1"/>
          </p:cNvPicPr>
          <p:nvPr/>
        </p:nvPicPr>
        <p:blipFill>
          <a:blip r:embed="rId4"/>
          <a:srcRect l="10447" t="-1236" r="9170" b="6042"/>
          <a:stretch>
            <a:fillRect/>
          </a:stretch>
        </p:blipFill>
        <p:spPr>
          <a:xfrm>
            <a:off x="3012580" y="2199106"/>
            <a:ext cx="821500" cy="812143"/>
          </a:xfrm>
          <a:prstGeom prst="rect">
            <a:avLst/>
          </a:prstGeom>
        </p:spPr>
      </p:pic>
      <p:pic>
        <p:nvPicPr>
          <p:cNvPr id="17" name="Picture 16" descr="A white line drawing of a trophy&#10;&#10;AI-generated content may be incorrect.">
            <a:extLst>
              <a:ext uri="{FF2B5EF4-FFF2-40B4-BE49-F238E27FC236}">
                <a16:creationId xmlns:a16="http://schemas.microsoft.com/office/drawing/2014/main" id="{8C25767F-A001-803B-33DF-8AD3480612FC}"/>
              </a:ext>
            </a:extLst>
          </p:cNvPr>
          <p:cNvPicPr>
            <a:picLocks noChangeAspect="1"/>
          </p:cNvPicPr>
          <p:nvPr/>
        </p:nvPicPr>
        <p:blipFill>
          <a:blip r:embed="rId5"/>
          <a:stretch>
            <a:fillRect/>
          </a:stretch>
        </p:blipFill>
        <p:spPr>
          <a:xfrm>
            <a:off x="7889780" y="2291734"/>
            <a:ext cx="699624" cy="699624"/>
          </a:xfrm>
          <a:prstGeom prst="rect">
            <a:avLst/>
          </a:prstGeom>
        </p:spPr>
      </p:pic>
      <p:pic>
        <p:nvPicPr>
          <p:cNvPr id="53" name="Picture 52" descr="A white light bulb with a check mark inside a gear&#10;&#10;AI-generated content may be incorrect.">
            <a:extLst>
              <a:ext uri="{FF2B5EF4-FFF2-40B4-BE49-F238E27FC236}">
                <a16:creationId xmlns:a16="http://schemas.microsoft.com/office/drawing/2014/main" id="{83E16609-3ADF-44AE-016C-3202D4A38241}"/>
              </a:ext>
            </a:extLst>
          </p:cNvPr>
          <p:cNvPicPr>
            <a:picLocks noChangeAspect="1"/>
          </p:cNvPicPr>
          <p:nvPr/>
        </p:nvPicPr>
        <p:blipFill>
          <a:blip r:embed="rId6"/>
          <a:stretch>
            <a:fillRect/>
          </a:stretch>
        </p:blipFill>
        <p:spPr>
          <a:xfrm>
            <a:off x="5217039" y="2111513"/>
            <a:ext cx="1226325" cy="1009099"/>
          </a:xfrm>
          <a:prstGeom prst="rect">
            <a:avLst/>
          </a:prstGeom>
        </p:spPr>
      </p:pic>
      <p:sp>
        <p:nvSpPr>
          <p:cNvPr id="54" name="Right Arrow 53">
            <a:extLst>
              <a:ext uri="{FF2B5EF4-FFF2-40B4-BE49-F238E27FC236}">
                <a16:creationId xmlns:a16="http://schemas.microsoft.com/office/drawing/2014/main" id="{44B80B24-385F-C9F5-E1B4-75B50415EA9B}"/>
              </a:ext>
            </a:extLst>
          </p:cNvPr>
          <p:cNvSpPr/>
          <p:nvPr/>
        </p:nvSpPr>
        <p:spPr>
          <a:xfrm>
            <a:off x="4424294" y="2474810"/>
            <a:ext cx="402771" cy="242158"/>
          </a:xfrm>
          <a:prstGeom prst="right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ight Arrow 54">
            <a:extLst>
              <a:ext uri="{FF2B5EF4-FFF2-40B4-BE49-F238E27FC236}">
                <a16:creationId xmlns:a16="http://schemas.microsoft.com/office/drawing/2014/main" id="{9BB0258F-1626-C160-7ABF-936185563713}"/>
              </a:ext>
            </a:extLst>
          </p:cNvPr>
          <p:cNvSpPr/>
          <p:nvPr/>
        </p:nvSpPr>
        <p:spPr>
          <a:xfrm>
            <a:off x="6831760" y="2474810"/>
            <a:ext cx="402771" cy="242158"/>
          </a:xfrm>
          <a:prstGeom prst="right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83582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8_Two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AE323E5-D4D1-402F-89D5-65EAEE3957BF}"/>
              </a:ext>
            </a:extLst>
          </p:cNvPr>
          <p:cNvSpPr/>
          <p:nvPr/>
        </p:nvSpPr>
        <p:spPr>
          <a:xfrm>
            <a:off x="0" y="0"/>
            <a:ext cx="12192000" cy="106851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6" name="Picture Placeholder 5">
            <a:extLst>
              <a:ext uri="{FF2B5EF4-FFF2-40B4-BE49-F238E27FC236}">
                <a16:creationId xmlns:a16="http://schemas.microsoft.com/office/drawing/2014/main" id="{92A4139A-F6B8-4147-BFEA-D5D24C097433}"/>
              </a:ext>
            </a:extLst>
          </p:cNvPr>
          <p:cNvSpPr>
            <a:spLocks noGrp="1"/>
          </p:cNvSpPr>
          <p:nvPr>
            <p:ph type="pic" sz="quarter" idx="17"/>
          </p:nvPr>
        </p:nvSpPr>
        <p:spPr>
          <a:xfrm>
            <a:off x="2" y="0"/>
            <a:ext cx="2381247" cy="1068512"/>
          </a:xfrm>
          <a:solidFill>
            <a:schemeClr val="bg1">
              <a:lumMod val="95000"/>
            </a:schemeClr>
          </a:solidFill>
        </p:spPr>
        <p:txBody>
          <a:bodyPr/>
          <a:lstStyle/>
          <a:p>
            <a:r>
              <a:rPr lang="en-US"/>
              <a:t>Click icon to add picture</a:t>
            </a:r>
          </a:p>
        </p:txBody>
      </p:sp>
      <p:pic>
        <p:nvPicPr>
          <p:cNvPr id="4" name="Picture 3" descr="A black and grey logo&#10;&#10;Description automatically generated">
            <a:extLst>
              <a:ext uri="{FF2B5EF4-FFF2-40B4-BE49-F238E27FC236}">
                <a16:creationId xmlns:a16="http://schemas.microsoft.com/office/drawing/2014/main" id="{CC52AF7B-7DBB-D7A0-D1BE-AD3A18267DBC}"/>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10523307" y="6369040"/>
            <a:ext cx="1059895" cy="214179"/>
          </a:xfrm>
          <a:prstGeom prst="rect">
            <a:avLst/>
          </a:prstGeom>
        </p:spPr>
      </p:pic>
      <p:sp>
        <p:nvSpPr>
          <p:cNvPr id="7" name="Slide Number Placeholder 11">
            <a:extLst>
              <a:ext uri="{FF2B5EF4-FFF2-40B4-BE49-F238E27FC236}">
                <a16:creationId xmlns:a16="http://schemas.microsoft.com/office/drawing/2014/main" id="{696F6363-7741-86DF-2FA6-E9C383807DD3}"/>
              </a:ext>
            </a:extLst>
          </p:cNvPr>
          <p:cNvSpPr txBox="1">
            <a:spLocks/>
          </p:cNvSpPr>
          <p:nvPr/>
        </p:nvSpPr>
        <p:spPr>
          <a:xfrm>
            <a:off x="11669442" y="6293567"/>
            <a:ext cx="37642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2">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452812-C10A-4AB2-8074-0CB7DB09664E}" type="slidenum">
              <a:rPr lang="en-US" smtClean="0">
                <a:solidFill>
                  <a:schemeClr val="bg1">
                    <a:lumMod val="65000"/>
                  </a:schemeClr>
                </a:solidFill>
                <a:latin typeface="Aptos" panose="020B0004020202020204" pitchFamily="34" charset="0"/>
              </a:rPr>
              <a:pPr/>
              <a:t>‹#›</a:t>
            </a:fld>
            <a:endParaRPr lang="en-US">
              <a:solidFill>
                <a:schemeClr val="bg1">
                  <a:lumMod val="65000"/>
                </a:schemeClr>
              </a:solidFill>
              <a:latin typeface="Aptos" panose="020B0004020202020204" pitchFamily="34" charset="0"/>
            </a:endParaRPr>
          </a:p>
        </p:txBody>
      </p:sp>
      <p:sp>
        <p:nvSpPr>
          <p:cNvPr id="8" name="TextBox 7">
            <a:extLst>
              <a:ext uri="{FF2B5EF4-FFF2-40B4-BE49-F238E27FC236}">
                <a16:creationId xmlns:a16="http://schemas.microsoft.com/office/drawing/2014/main" id="{59880FAB-F137-CC11-694A-D284EDA2C292}"/>
              </a:ext>
            </a:extLst>
          </p:cNvPr>
          <p:cNvSpPr txBox="1"/>
          <p:nvPr/>
        </p:nvSpPr>
        <p:spPr>
          <a:xfrm>
            <a:off x="8837131" y="147611"/>
            <a:ext cx="3231045" cy="584775"/>
          </a:xfrm>
          <a:prstGeom prst="rect">
            <a:avLst/>
          </a:prstGeom>
          <a:noFill/>
        </p:spPr>
        <p:txBody>
          <a:bodyPr wrap="square" rtlCol="0">
            <a:spAutoFit/>
          </a:bodyPr>
          <a:lstStyle/>
          <a:p>
            <a:pPr algn="r"/>
            <a:r>
              <a:rPr lang="en-US" sz="3200" b="1">
                <a:solidFill>
                  <a:schemeClr val="bg2">
                    <a:lumMod val="90000"/>
                  </a:schemeClr>
                </a:solidFill>
                <a:latin typeface="Aptos" panose="020B0004020202020204" pitchFamily="34" charset="0"/>
              </a:rPr>
              <a:t>CASE STUDY</a:t>
            </a:r>
          </a:p>
        </p:txBody>
      </p:sp>
      <p:sp>
        <p:nvSpPr>
          <p:cNvPr id="9" name="Title 1">
            <a:extLst>
              <a:ext uri="{FF2B5EF4-FFF2-40B4-BE49-F238E27FC236}">
                <a16:creationId xmlns:a16="http://schemas.microsoft.com/office/drawing/2014/main" id="{BEC5A3EE-8AAE-0734-8AB9-7C976612FBC4}"/>
              </a:ext>
            </a:extLst>
          </p:cNvPr>
          <p:cNvSpPr>
            <a:spLocks noGrp="1"/>
          </p:cNvSpPr>
          <p:nvPr>
            <p:ph type="title"/>
          </p:nvPr>
        </p:nvSpPr>
        <p:spPr>
          <a:xfrm>
            <a:off x="2596355" y="245312"/>
            <a:ext cx="6804187" cy="422275"/>
          </a:xfrm>
          <a:prstGeom prst="rect">
            <a:avLst/>
          </a:prstGeom>
        </p:spPr>
        <p:txBody>
          <a:bodyPr>
            <a:noAutofit/>
          </a:bodyPr>
          <a:lstStyle>
            <a:lvl1pPr>
              <a:defRPr sz="2800" b="1">
                <a:solidFill>
                  <a:schemeClr val="tx2"/>
                </a:solidFill>
                <a:latin typeface="Aptos" panose="020B0004020202020204" pitchFamily="34" charset="0"/>
              </a:defRPr>
            </a:lvl1pPr>
          </a:lstStyle>
          <a:p>
            <a:r>
              <a:rPr lang="en-US"/>
              <a:t>Click to edit Master title style</a:t>
            </a:r>
          </a:p>
        </p:txBody>
      </p:sp>
      <p:sp>
        <p:nvSpPr>
          <p:cNvPr id="12" name="Text Placeholder 17">
            <a:extLst>
              <a:ext uri="{FF2B5EF4-FFF2-40B4-BE49-F238E27FC236}">
                <a16:creationId xmlns:a16="http://schemas.microsoft.com/office/drawing/2014/main" id="{A85665CF-E321-D2F1-283B-10DE77F690DA}"/>
              </a:ext>
            </a:extLst>
          </p:cNvPr>
          <p:cNvSpPr>
            <a:spLocks noGrp="1"/>
          </p:cNvSpPr>
          <p:nvPr>
            <p:ph type="body" sz="quarter" idx="13"/>
          </p:nvPr>
        </p:nvSpPr>
        <p:spPr>
          <a:xfrm>
            <a:off x="2596355" y="630798"/>
            <a:ext cx="6804187" cy="422275"/>
          </a:xfrm>
        </p:spPr>
        <p:txBody>
          <a:bodyPr>
            <a:normAutofit/>
          </a:bodyPr>
          <a:lstStyle>
            <a:lvl1pPr marL="0" indent="0">
              <a:buNone/>
              <a:defRPr sz="1800">
                <a:solidFill>
                  <a:schemeClr val="tx2"/>
                </a:solidFill>
                <a:latin typeface="Aptos" panose="020B0004020202020204" pitchFamily="34" charset="0"/>
              </a:defRPr>
            </a:lvl1pPr>
          </a:lstStyle>
          <a:p>
            <a:pPr lvl="0"/>
            <a:r>
              <a:rPr lang="en-US"/>
              <a:t>Click to edit Master text styles</a:t>
            </a:r>
          </a:p>
        </p:txBody>
      </p:sp>
      <p:sp>
        <p:nvSpPr>
          <p:cNvPr id="2" name="Rectangle 1">
            <a:extLst>
              <a:ext uri="{FF2B5EF4-FFF2-40B4-BE49-F238E27FC236}">
                <a16:creationId xmlns:a16="http://schemas.microsoft.com/office/drawing/2014/main" id="{8BAF6201-A738-27AF-EEF2-F9D42617375C}"/>
              </a:ext>
            </a:extLst>
          </p:cNvPr>
          <p:cNvSpPr/>
          <p:nvPr/>
        </p:nvSpPr>
        <p:spPr>
          <a:xfrm>
            <a:off x="0" y="0"/>
            <a:ext cx="12192000" cy="106851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14" name="TextBox 13">
            <a:extLst>
              <a:ext uri="{FF2B5EF4-FFF2-40B4-BE49-F238E27FC236}">
                <a16:creationId xmlns:a16="http://schemas.microsoft.com/office/drawing/2014/main" id="{E2A37723-AE24-C39F-F5F1-37C9B3C7AAB7}"/>
              </a:ext>
            </a:extLst>
          </p:cNvPr>
          <p:cNvSpPr txBox="1"/>
          <p:nvPr/>
        </p:nvSpPr>
        <p:spPr>
          <a:xfrm>
            <a:off x="8837131" y="147611"/>
            <a:ext cx="3231045" cy="584775"/>
          </a:xfrm>
          <a:prstGeom prst="rect">
            <a:avLst/>
          </a:prstGeom>
          <a:noFill/>
        </p:spPr>
        <p:txBody>
          <a:bodyPr wrap="square" rtlCol="0">
            <a:spAutoFit/>
          </a:bodyPr>
          <a:lstStyle/>
          <a:p>
            <a:pPr algn="r"/>
            <a:r>
              <a:rPr lang="en-US" sz="3200" b="1">
                <a:solidFill>
                  <a:schemeClr val="bg2">
                    <a:lumMod val="90000"/>
                  </a:schemeClr>
                </a:solidFill>
                <a:latin typeface="Aptos" panose="020B0004020202020204" pitchFamily="34" charset="0"/>
              </a:rPr>
              <a:t>CASE STUDY</a:t>
            </a:r>
          </a:p>
        </p:txBody>
      </p:sp>
      <p:sp>
        <p:nvSpPr>
          <p:cNvPr id="3" name="Footer Placeholder 5">
            <a:extLst>
              <a:ext uri="{FF2B5EF4-FFF2-40B4-BE49-F238E27FC236}">
                <a16:creationId xmlns:a16="http://schemas.microsoft.com/office/drawing/2014/main" id="{24641C7E-EC97-83BC-F4DA-2E387A6DD4B6}"/>
              </a:ext>
            </a:extLst>
          </p:cNvPr>
          <p:cNvSpPr txBox="1">
            <a:spLocks/>
          </p:cNvSpPr>
          <p:nvPr/>
        </p:nvSpPr>
        <p:spPr>
          <a:xfrm>
            <a:off x="4002138" y="6529613"/>
            <a:ext cx="4187724" cy="365125"/>
          </a:xfrm>
          <a:prstGeom prst="rect">
            <a:avLst/>
          </a:prstGeom>
        </p:spPr>
        <p:txBody>
          <a:bodyPr vert="horz" lIns="91440" tIns="45720" rIns="91440" bIns="45720" rtlCol="0" anchor="ct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2026 Kaizen Analytix LLC   |   All Rights Reserved.  CONFIDENTIAL &amp; PROPRIETARY</a:t>
            </a:r>
          </a:p>
        </p:txBody>
      </p:sp>
    </p:spTree>
    <p:extLst>
      <p:ext uri="{BB962C8B-B14F-4D97-AF65-F5344CB8AC3E}">
        <p14:creationId xmlns:p14="http://schemas.microsoft.com/office/powerpoint/2010/main" val="41013685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9_Two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AE323E5-D4D1-402F-89D5-65EAEE3957BF}"/>
              </a:ext>
            </a:extLst>
          </p:cNvPr>
          <p:cNvSpPr/>
          <p:nvPr/>
        </p:nvSpPr>
        <p:spPr>
          <a:xfrm>
            <a:off x="0" y="0"/>
            <a:ext cx="12192000" cy="106851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6" name="Picture Placeholder 5">
            <a:extLst>
              <a:ext uri="{FF2B5EF4-FFF2-40B4-BE49-F238E27FC236}">
                <a16:creationId xmlns:a16="http://schemas.microsoft.com/office/drawing/2014/main" id="{92A4139A-F6B8-4147-BFEA-D5D24C097433}"/>
              </a:ext>
            </a:extLst>
          </p:cNvPr>
          <p:cNvSpPr>
            <a:spLocks noGrp="1"/>
          </p:cNvSpPr>
          <p:nvPr>
            <p:ph type="pic" sz="quarter" idx="17"/>
          </p:nvPr>
        </p:nvSpPr>
        <p:spPr>
          <a:xfrm>
            <a:off x="2" y="0"/>
            <a:ext cx="2381247" cy="1068512"/>
          </a:xfrm>
          <a:solidFill>
            <a:schemeClr val="bg1">
              <a:lumMod val="95000"/>
            </a:schemeClr>
          </a:solidFill>
        </p:spPr>
        <p:txBody>
          <a:bodyPr/>
          <a:lstStyle/>
          <a:p>
            <a:r>
              <a:rPr lang="en-US"/>
              <a:t>Click icon to add picture</a:t>
            </a:r>
          </a:p>
        </p:txBody>
      </p:sp>
      <p:pic>
        <p:nvPicPr>
          <p:cNvPr id="4" name="Picture 3" descr="A black and grey logo&#10;&#10;Description automatically generated">
            <a:extLst>
              <a:ext uri="{FF2B5EF4-FFF2-40B4-BE49-F238E27FC236}">
                <a16:creationId xmlns:a16="http://schemas.microsoft.com/office/drawing/2014/main" id="{CC52AF7B-7DBB-D7A0-D1BE-AD3A18267DBC}"/>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10523307" y="6369040"/>
            <a:ext cx="1059895" cy="214179"/>
          </a:xfrm>
          <a:prstGeom prst="rect">
            <a:avLst/>
          </a:prstGeom>
        </p:spPr>
      </p:pic>
      <p:sp>
        <p:nvSpPr>
          <p:cNvPr id="7" name="Slide Number Placeholder 11">
            <a:extLst>
              <a:ext uri="{FF2B5EF4-FFF2-40B4-BE49-F238E27FC236}">
                <a16:creationId xmlns:a16="http://schemas.microsoft.com/office/drawing/2014/main" id="{696F6363-7741-86DF-2FA6-E9C383807DD3}"/>
              </a:ext>
            </a:extLst>
          </p:cNvPr>
          <p:cNvSpPr txBox="1">
            <a:spLocks/>
          </p:cNvSpPr>
          <p:nvPr/>
        </p:nvSpPr>
        <p:spPr>
          <a:xfrm>
            <a:off x="11669442" y="6293567"/>
            <a:ext cx="37642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2">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452812-C10A-4AB2-8074-0CB7DB09664E}" type="slidenum">
              <a:rPr lang="en-US" smtClean="0">
                <a:solidFill>
                  <a:schemeClr val="bg1">
                    <a:lumMod val="65000"/>
                  </a:schemeClr>
                </a:solidFill>
                <a:latin typeface="Aptos" panose="020B0004020202020204" pitchFamily="34" charset="0"/>
              </a:rPr>
              <a:pPr/>
              <a:t>‹#›</a:t>
            </a:fld>
            <a:endParaRPr lang="en-US">
              <a:solidFill>
                <a:schemeClr val="bg1">
                  <a:lumMod val="65000"/>
                </a:schemeClr>
              </a:solidFill>
              <a:latin typeface="Aptos" panose="020B0004020202020204" pitchFamily="34" charset="0"/>
            </a:endParaRPr>
          </a:p>
        </p:txBody>
      </p:sp>
      <p:sp>
        <p:nvSpPr>
          <p:cNvPr id="8" name="TextBox 7">
            <a:extLst>
              <a:ext uri="{FF2B5EF4-FFF2-40B4-BE49-F238E27FC236}">
                <a16:creationId xmlns:a16="http://schemas.microsoft.com/office/drawing/2014/main" id="{59880FAB-F137-CC11-694A-D284EDA2C292}"/>
              </a:ext>
            </a:extLst>
          </p:cNvPr>
          <p:cNvSpPr txBox="1"/>
          <p:nvPr/>
        </p:nvSpPr>
        <p:spPr>
          <a:xfrm>
            <a:off x="8837131" y="147611"/>
            <a:ext cx="3231045" cy="584775"/>
          </a:xfrm>
          <a:prstGeom prst="rect">
            <a:avLst/>
          </a:prstGeom>
          <a:noFill/>
        </p:spPr>
        <p:txBody>
          <a:bodyPr wrap="square" rtlCol="0">
            <a:spAutoFit/>
          </a:bodyPr>
          <a:lstStyle/>
          <a:p>
            <a:pPr algn="r"/>
            <a:r>
              <a:rPr lang="en-US" sz="3200" b="1">
                <a:solidFill>
                  <a:schemeClr val="bg2">
                    <a:lumMod val="90000"/>
                  </a:schemeClr>
                </a:solidFill>
                <a:latin typeface="Aptos" panose="020B0004020202020204" pitchFamily="34" charset="0"/>
              </a:rPr>
              <a:t>CASE STUDY</a:t>
            </a:r>
          </a:p>
        </p:txBody>
      </p:sp>
      <p:sp>
        <p:nvSpPr>
          <p:cNvPr id="9" name="Title 1">
            <a:extLst>
              <a:ext uri="{FF2B5EF4-FFF2-40B4-BE49-F238E27FC236}">
                <a16:creationId xmlns:a16="http://schemas.microsoft.com/office/drawing/2014/main" id="{BEC5A3EE-8AAE-0734-8AB9-7C976612FBC4}"/>
              </a:ext>
            </a:extLst>
          </p:cNvPr>
          <p:cNvSpPr>
            <a:spLocks noGrp="1"/>
          </p:cNvSpPr>
          <p:nvPr>
            <p:ph type="title"/>
          </p:nvPr>
        </p:nvSpPr>
        <p:spPr>
          <a:xfrm>
            <a:off x="2596355" y="245312"/>
            <a:ext cx="6804187" cy="422275"/>
          </a:xfrm>
          <a:prstGeom prst="rect">
            <a:avLst/>
          </a:prstGeom>
        </p:spPr>
        <p:txBody>
          <a:bodyPr>
            <a:noAutofit/>
          </a:bodyPr>
          <a:lstStyle>
            <a:lvl1pPr>
              <a:defRPr sz="2800" b="1">
                <a:solidFill>
                  <a:schemeClr val="tx2"/>
                </a:solidFill>
                <a:latin typeface="Aptos" panose="020B0004020202020204" pitchFamily="34" charset="0"/>
              </a:defRPr>
            </a:lvl1pPr>
          </a:lstStyle>
          <a:p>
            <a:r>
              <a:rPr lang="en-US"/>
              <a:t>Click to edit Master title style</a:t>
            </a:r>
          </a:p>
        </p:txBody>
      </p:sp>
      <p:sp>
        <p:nvSpPr>
          <p:cNvPr id="12" name="Text Placeholder 17">
            <a:extLst>
              <a:ext uri="{FF2B5EF4-FFF2-40B4-BE49-F238E27FC236}">
                <a16:creationId xmlns:a16="http://schemas.microsoft.com/office/drawing/2014/main" id="{A85665CF-E321-D2F1-283B-10DE77F690DA}"/>
              </a:ext>
            </a:extLst>
          </p:cNvPr>
          <p:cNvSpPr>
            <a:spLocks noGrp="1"/>
          </p:cNvSpPr>
          <p:nvPr>
            <p:ph type="body" sz="quarter" idx="13"/>
          </p:nvPr>
        </p:nvSpPr>
        <p:spPr>
          <a:xfrm>
            <a:off x="2596355" y="630798"/>
            <a:ext cx="6804187" cy="422275"/>
          </a:xfrm>
        </p:spPr>
        <p:txBody>
          <a:bodyPr>
            <a:normAutofit/>
          </a:bodyPr>
          <a:lstStyle>
            <a:lvl1pPr marL="0" indent="0">
              <a:buNone/>
              <a:defRPr sz="1800">
                <a:solidFill>
                  <a:schemeClr val="tx2"/>
                </a:solidFill>
                <a:latin typeface="Aptos" panose="020B0004020202020204" pitchFamily="34" charset="0"/>
              </a:defRPr>
            </a:lvl1pPr>
          </a:lstStyle>
          <a:p>
            <a:pPr lvl="0"/>
            <a:r>
              <a:rPr lang="en-US"/>
              <a:t>Click to edit Master text styles</a:t>
            </a:r>
          </a:p>
        </p:txBody>
      </p:sp>
      <p:sp>
        <p:nvSpPr>
          <p:cNvPr id="14" name="TextBox 13">
            <a:extLst>
              <a:ext uri="{FF2B5EF4-FFF2-40B4-BE49-F238E27FC236}">
                <a16:creationId xmlns:a16="http://schemas.microsoft.com/office/drawing/2014/main" id="{E2A37723-AE24-C39F-F5F1-37C9B3C7AAB7}"/>
              </a:ext>
            </a:extLst>
          </p:cNvPr>
          <p:cNvSpPr txBox="1"/>
          <p:nvPr/>
        </p:nvSpPr>
        <p:spPr>
          <a:xfrm>
            <a:off x="8837131" y="147611"/>
            <a:ext cx="3231045" cy="584775"/>
          </a:xfrm>
          <a:prstGeom prst="rect">
            <a:avLst/>
          </a:prstGeom>
          <a:noFill/>
        </p:spPr>
        <p:txBody>
          <a:bodyPr wrap="square" rtlCol="0">
            <a:spAutoFit/>
          </a:bodyPr>
          <a:lstStyle/>
          <a:p>
            <a:pPr algn="r"/>
            <a:r>
              <a:rPr lang="en-US" sz="3200" b="1">
                <a:solidFill>
                  <a:schemeClr val="bg2">
                    <a:lumMod val="90000"/>
                  </a:schemeClr>
                </a:solidFill>
                <a:latin typeface="Aptos" panose="020B0004020202020204" pitchFamily="34" charset="0"/>
              </a:rPr>
              <a:t>CASE STUDY</a:t>
            </a:r>
          </a:p>
        </p:txBody>
      </p:sp>
      <p:sp>
        <p:nvSpPr>
          <p:cNvPr id="3" name="Footer Placeholder 5">
            <a:extLst>
              <a:ext uri="{FF2B5EF4-FFF2-40B4-BE49-F238E27FC236}">
                <a16:creationId xmlns:a16="http://schemas.microsoft.com/office/drawing/2014/main" id="{24641C7E-EC97-83BC-F4DA-2E387A6DD4B6}"/>
              </a:ext>
            </a:extLst>
          </p:cNvPr>
          <p:cNvSpPr txBox="1">
            <a:spLocks/>
          </p:cNvSpPr>
          <p:nvPr/>
        </p:nvSpPr>
        <p:spPr>
          <a:xfrm>
            <a:off x="4002138" y="6529613"/>
            <a:ext cx="4187724" cy="365125"/>
          </a:xfrm>
          <a:prstGeom prst="rect">
            <a:avLst/>
          </a:prstGeom>
        </p:spPr>
        <p:txBody>
          <a:bodyPr vert="horz" lIns="91440" tIns="45720" rIns="91440" bIns="45720" rtlCol="0" anchor="ct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2026 Kaizen Analytix LLC   |   All Rights Reserved.  CONFIDENTIAL &amp; PROPRIETARY</a:t>
            </a:r>
          </a:p>
        </p:txBody>
      </p:sp>
    </p:spTree>
    <p:extLst>
      <p:ext uri="{BB962C8B-B14F-4D97-AF65-F5344CB8AC3E}">
        <p14:creationId xmlns:p14="http://schemas.microsoft.com/office/powerpoint/2010/main" val="33279210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eadership Bio">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5FCE3FB4-287B-C3E4-BE4A-B032E45D846F}"/>
              </a:ext>
            </a:extLst>
          </p:cNvPr>
          <p:cNvSpPr/>
          <p:nvPr/>
        </p:nvSpPr>
        <p:spPr>
          <a:xfrm>
            <a:off x="0" y="0"/>
            <a:ext cx="4118002" cy="68579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latin typeface="Aptos" panose="020B0004020202020204" pitchFamily="34" charset="0"/>
            </a:endParaRPr>
          </a:p>
        </p:txBody>
      </p:sp>
      <p:sp>
        <p:nvSpPr>
          <p:cNvPr id="29" name="Picture Placeholder 28">
            <a:extLst>
              <a:ext uri="{FF2B5EF4-FFF2-40B4-BE49-F238E27FC236}">
                <a16:creationId xmlns:a16="http://schemas.microsoft.com/office/drawing/2014/main" id="{645FA7E0-D016-004A-AE9D-4D10AB22F194}"/>
              </a:ext>
            </a:extLst>
          </p:cNvPr>
          <p:cNvSpPr>
            <a:spLocks noGrp="1"/>
          </p:cNvSpPr>
          <p:nvPr>
            <p:ph type="pic" sz="quarter" idx="21"/>
          </p:nvPr>
        </p:nvSpPr>
        <p:spPr>
          <a:xfrm>
            <a:off x="368300" y="192088"/>
            <a:ext cx="2418028" cy="2418027"/>
          </a:xfrm>
        </p:spPr>
        <p:txBody>
          <a:bodyPr>
            <a:noAutofit/>
          </a:bodyPr>
          <a:lstStyle>
            <a:lvl1pPr>
              <a:defRPr>
                <a:latin typeface="Aptos" panose="020B0004020202020204" pitchFamily="34" charset="0"/>
              </a:defRPr>
            </a:lvl1pPr>
          </a:lstStyle>
          <a:p>
            <a:r>
              <a:rPr lang="en-US"/>
              <a:t>Click icon to add picture</a:t>
            </a:r>
          </a:p>
        </p:txBody>
      </p:sp>
      <p:sp>
        <p:nvSpPr>
          <p:cNvPr id="17" name="Oval 16">
            <a:extLst>
              <a:ext uri="{FF2B5EF4-FFF2-40B4-BE49-F238E27FC236}">
                <a16:creationId xmlns:a16="http://schemas.microsoft.com/office/drawing/2014/main" id="{48512D63-5D54-4F80-B668-EC6B376C5F25}"/>
              </a:ext>
            </a:extLst>
          </p:cNvPr>
          <p:cNvSpPr/>
          <p:nvPr/>
        </p:nvSpPr>
        <p:spPr>
          <a:xfrm>
            <a:off x="4732143" y="2827432"/>
            <a:ext cx="538190" cy="538190"/>
          </a:xfrm>
          <a:prstGeom prst="ellipse">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800">
              <a:latin typeface="Aptos" panose="020B0004020202020204" pitchFamily="34" charset="0"/>
            </a:endParaRPr>
          </a:p>
        </p:txBody>
      </p:sp>
      <p:sp>
        <p:nvSpPr>
          <p:cNvPr id="36" name="Oval 35">
            <a:extLst>
              <a:ext uri="{FF2B5EF4-FFF2-40B4-BE49-F238E27FC236}">
                <a16:creationId xmlns:a16="http://schemas.microsoft.com/office/drawing/2014/main" id="{30B5118E-5EF2-47DE-8B7F-1A9DB0B71D3D}"/>
              </a:ext>
            </a:extLst>
          </p:cNvPr>
          <p:cNvSpPr/>
          <p:nvPr/>
        </p:nvSpPr>
        <p:spPr>
          <a:xfrm>
            <a:off x="8313425" y="2827432"/>
            <a:ext cx="538190" cy="538190"/>
          </a:xfrm>
          <a:prstGeom prst="ellipse">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800">
              <a:latin typeface="Aptos" panose="020B0004020202020204" pitchFamily="34" charset="0"/>
            </a:endParaRPr>
          </a:p>
        </p:txBody>
      </p:sp>
      <p:sp>
        <p:nvSpPr>
          <p:cNvPr id="18" name="Text Placeholder 17">
            <a:extLst>
              <a:ext uri="{FF2B5EF4-FFF2-40B4-BE49-F238E27FC236}">
                <a16:creationId xmlns:a16="http://schemas.microsoft.com/office/drawing/2014/main" id="{213B5616-BD6D-4E48-9284-47AF8C9D2665}"/>
              </a:ext>
            </a:extLst>
          </p:cNvPr>
          <p:cNvSpPr>
            <a:spLocks noGrp="1"/>
          </p:cNvSpPr>
          <p:nvPr>
            <p:ph type="body" sz="quarter" idx="10"/>
          </p:nvPr>
        </p:nvSpPr>
        <p:spPr>
          <a:xfrm>
            <a:off x="4641449" y="3534274"/>
            <a:ext cx="3382195" cy="2834759"/>
          </a:xfrm>
        </p:spPr>
        <p:txBody>
          <a:bodyPr>
            <a:noAutofit/>
          </a:bodyPr>
          <a:lstStyle>
            <a:lvl1pPr>
              <a:lnSpc>
                <a:spcPct val="100000"/>
              </a:lnSpc>
              <a:spcAft>
                <a:spcPts val="300"/>
              </a:spcAft>
              <a:defRPr sz="1200">
                <a:latin typeface="Aptos" panose="020B0004020202020204" pitchFamily="34" charset="0"/>
              </a:defRPr>
            </a:lvl1pPr>
            <a:lvl2pPr>
              <a:lnSpc>
                <a:spcPct val="100000"/>
              </a:lnSpc>
              <a:spcAft>
                <a:spcPts val="300"/>
              </a:spcAft>
              <a:defRPr sz="1200">
                <a:latin typeface="Aptos" panose="020B0004020202020204" pitchFamily="34" charset="0"/>
              </a:defRPr>
            </a:lvl2pPr>
            <a:lvl3pPr>
              <a:lnSpc>
                <a:spcPct val="100000"/>
              </a:lnSpc>
              <a:spcAft>
                <a:spcPts val="300"/>
              </a:spcAft>
              <a:defRPr sz="1200">
                <a:latin typeface="Aptos" panose="020B0004020202020204" pitchFamily="34" charset="0"/>
              </a:defRPr>
            </a:lvl3pPr>
            <a:lvl4pPr>
              <a:lnSpc>
                <a:spcPct val="100000"/>
              </a:lnSpc>
              <a:spcAft>
                <a:spcPts val="300"/>
              </a:spcAft>
              <a:defRPr sz="1200">
                <a:latin typeface="Aptos" panose="020B0004020202020204" pitchFamily="34" charset="0"/>
              </a:defRPr>
            </a:lvl4pPr>
            <a:lvl5pPr>
              <a:lnSpc>
                <a:spcPct val="100000"/>
              </a:lnSpc>
              <a:spcAft>
                <a:spcPts val="300"/>
              </a:spcAft>
              <a:defRPr sz="1200">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Box 11">
            <a:extLst>
              <a:ext uri="{FF2B5EF4-FFF2-40B4-BE49-F238E27FC236}">
                <a16:creationId xmlns:a16="http://schemas.microsoft.com/office/drawing/2014/main" id="{3D5E34BE-4715-429E-A057-86CA5BAB50E1}"/>
              </a:ext>
            </a:extLst>
          </p:cNvPr>
          <p:cNvSpPr txBox="1"/>
          <p:nvPr/>
        </p:nvSpPr>
        <p:spPr>
          <a:xfrm>
            <a:off x="9074190" y="2911861"/>
            <a:ext cx="2280812" cy="369332"/>
          </a:xfrm>
          <a:prstGeom prst="rect">
            <a:avLst/>
          </a:prstGeom>
          <a:noFill/>
        </p:spPr>
        <p:txBody>
          <a:bodyPr wrap="square" lIns="0" tIns="0" rIns="0" bIns="0" rtlCol="0">
            <a:noAutofit/>
          </a:bodyPr>
          <a:lstStyle/>
          <a:p>
            <a:pPr marL="0" marR="0" lvl="0" indent="0" algn="l" defTabSz="548640" rtl="0" eaLnBrk="1" fontAlgn="auto" latinLnBrk="0" hangingPunct="1">
              <a:lnSpc>
                <a:spcPct val="100000"/>
              </a:lnSpc>
              <a:spcBef>
                <a:spcPts val="0"/>
              </a:spcBef>
              <a:spcAft>
                <a:spcPts val="0"/>
              </a:spcAft>
              <a:buClrTx/>
              <a:buSzTx/>
              <a:buFontTx/>
              <a:buNone/>
              <a:tabLst/>
              <a:defRPr/>
            </a:pPr>
            <a:r>
              <a:rPr kumimoji="0" lang="en-US" sz="2400" b="1" i="0" u="none" strike="noStrike" kern="1200" cap="all" spc="0" normalizeH="0" baseline="0" noProof="0">
                <a:ln>
                  <a:noFill/>
                </a:ln>
                <a:solidFill>
                  <a:schemeClr val="tx1"/>
                </a:solidFill>
                <a:effectLst/>
                <a:uLnTx/>
                <a:uFillTx/>
                <a:latin typeface="Aptos" panose="020B0004020202020204" pitchFamily="34" charset="0"/>
                <a:ea typeface="+mn-ea"/>
                <a:cs typeface="Arial" pitchFamily="34" charset="0"/>
              </a:rPr>
              <a:t>Industries</a:t>
            </a:r>
          </a:p>
        </p:txBody>
      </p:sp>
      <p:sp>
        <p:nvSpPr>
          <p:cNvPr id="14" name="TextBox 13">
            <a:extLst>
              <a:ext uri="{FF2B5EF4-FFF2-40B4-BE49-F238E27FC236}">
                <a16:creationId xmlns:a16="http://schemas.microsoft.com/office/drawing/2014/main" id="{A4B0A01D-6F03-4640-8C43-EA7A931B2981}"/>
              </a:ext>
            </a:extLst>
          </p:cNvPr>
          <p:cNvSpPr txBox="1"/>
          <p:nvPr/>
        </p:nvSpPr>
        <p:spPr>
          <a:xfrm>
            <a:off x="5477572" y="2911861"/>
            <a:ext cx="1151563" cy="369332"/>
          </a:xfrm>
          <a:prstGeom prst="rect">
            <a:avLst/>
          </a:prstGeom>
          <a:noFill/>
        </p:spPr>
        <p:txBody>
          <a:bodyPr wrap="square" lIns="0" tIns="0" rIns="0" bIns="0" rtlCol="0">
            <a:noAutofit/>
          </a:bodyPr>
          <a:lstStyle/>
          <a:p>
            <a:pPr defTabSz="548640"/>
            <a:r>
              <a:rPr lang="en-US" sz="2400" b="1" cap="all" baseline="0">
                <a:solidFill>
                  <a:schemeClr val="tx1"/>
                </a:solidFill>
                <a:latin typeface="Aptos" panose="020B0004020202020204" pitchFamily="34" charset="0"/>
                <a:cs typeface="Arial" pitchFamily="34" charset="0"/>
              </a:rPr>
              <a:t>Skills</a:t>
            </a:r>
          </a:p>
        </p:txBody>
      </p:sp>
      <p:sp>
        <p:nvSpPr>
          <p:cNvPr id="21" name="Text Placeholder 20">
            <a:extLst>
              <a:ext uri="{FF2B5EF4-FFF2-40B4-BE49-F238E27FC236}">
                <a16:creationId xmlns:a16="http://schemas.microsoft.com/office/drawing/2014/main" id="{948F010F-66A5-4DEB-BD36-143C89CCD6BF}"/>
              </a:ext>
            </a:extLst>
          </p:cNvPr>
          <p:cNvSpPr>
            <a:spLocks noGrp="1"/>
          </p:cNvSpPr>
          <p:nvPr>
            <p:ph type="body" sz="quarter" idx="11"/>
          </p:nvPr>
        </p:nvSpPr>
        <p:spPr>
          <a:xfrm>
            <a:off x="8227962" y="3534275"/>
            <a:ext cx="3177660" cy="2834758"/>
          </a:xfrm>
        </p:spPr>
        <p:txBody>
          <a:bodyPr>
            <a:noAutofit/>
          </a:bodyPr>
          <a:lstStyle>
            <a:lvl1pPr>
              <a:lnSpc>
                <a:spcPct val="100000"/>
              </a:lnSpc>
              <a:spcAft>
                <a:spcPts val="300"/>
              </a:spcAft>
              <a:defRPr sz="1200">
                <a:latin typeface="Aptos" panose="020B0004020202020204" pitchFamily="34" charset="0"/>
              </a:defRPr>
            </a:lvl1pPr>
            <a:lvl2pPr>
              <a:lnSpc>
                <a:spcPct val="100000"/>
              </a:lnSpc>
              <a:spcAft>
                <a:spcPts val="300"/>
              </a:spcAft>
              <a:defRPr sz="1200">
                <a:latin typeface="Aptos" panose="020B0004020202020204" pitchFamily="34" charset="0"/>
              </a:defRPr>
            </a:lvl2pPr>
            <a:lvl3pPr>
              <a:lnSpc>
                <a:spcPct val="100000"/>
              </a:lnSpc>
              <a:spcAft>
                <a:spcPts val="300"/>
              </a:spcAft>
              <a:defRPr sz="1200">
                <a:latin typeface="Aptos" panose="020B0004020202020204" pitchFamily="34" charset="0"/>
              </a:defRPr>
            </a:lvl3pPr>
            <a:lvl4pPr>
              <a:lnSpc>
                <a:spcPct val="100000"/>
              </a:lnSpc>
              <a:spcAft>
                <a:spcPts val="300"/>
              </a:spcAft>
              <a:defRPr sz="1200">
                <a:latin typeface="Aptos" panose="020B0004020202020204" pitchFamily="34" charset="0"/>
              </a:defRPr>
            </a:lvl4pPr>
            <a:lvl5pPr>
              <a:lnSpc>
                <a:spcPct val="100000"/>
              </a:lnSpc>
              <a:spcAft>
                <a:spcPts val="300"/>
              </a:spcAft>
              <a:defRPr sz="1200">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43073660-6C5F-4C77-994E-B5E9937BE57F}"/>
              </a:ext>
            </a:extLst>
          </p:cNvPr>
          <p:cNvSpPr>
            <a:spLocks noGrp="1"/>
          </p:cNvSpPr>
          <p:nvPr>
            <p:ph type="title" hasCustomPrompt="1"/>
          </p:nvPr>
        </p:nvSpPr>
        <p:spPr>
          <a:xfrm>
            <a:off x="370198" y="2979196"/>
            <a:ext cx="3235644" cy="937140"/>
          </a:xfrm>
        </p:spPr>
        <p:txBody>
          <a:bodyPr>
            <a:noAutofit/>
          </a:bodyPr>
          <a:lstStyle>
            <a:lvl1pPr>
              <a:defRPr sz="4000" b="1">
                <a:solidFill>
                  <a:schemeClr val="tx2"/>
                </a:solidFill>
                <a:latin typeface="Aptos" panose="020B0004020202020204" pitchFamily="34" charset="0"/>
              </a:defRPr>
            </a:lvl1pPr>
          </a:lstStyle>
          <a:p>
            <a:r>
              <a:rPr lang="en-US"/>
              <a:t>Click To Edit Master Title</a:t>
            </a:r>
          </a:p>
        </p:txBody>
      </p:sp>
      <p:sp>
        <p:nvSpPr>
          <p:cNvPr id="4" name="Text Placeholder 3">
            <a:extLst>
              <a:ext uri="{FF2B5EF4-FFF2-40B4-BE49-F238E27FC236}">
                <a16:creationId xmlns:a16="http://schemas.microsoft.com/office/drawing/2014/main" id="{BD45BD04-E15B-46BF-A27F-6E8A151C09C7}"/>
              </a:ext>
            </a:extLst>
          </p:cNvPr>
          <p:cNvSpPr>
            <a:spLocks noGrp="1"/>
          </p:cNvSpPr>
          <p:nvPr>
            <p:ph type="body" sz="quarter" idx="12" hasCustomPrompt="1"/>
          </p:nvPr>
        </p:nvSpPr>
        <p:spPr>
          <a:xfrm>
            <a:off x="370197" y="3993308"/>
            <a:ext cx="3530652" cy="644935"/>
          </a:xfrm>
        </p:spPr>
        <p:txBody>
          <a:bodyPr>
            <a:noAutofit/>
          </a:bodyPr>
          <a:lstStyle>
            <a:lvl1pPr marL="0" indent="0">
              <a:spcBef>
                <a:spcPts val="0"/>
              </a:spcBef>
              <a:spcAft>
                <a:spcPts val="300"/>
              </a:spcAft>
              <a:buNone/>
              <a:defRPr sz="2000" b="1">
                <a:solidFill>
                  <a:schemeClr val="tx2"/>
                </a:solidFill>
                <a:latin typeface="Aptos" panose="020B0004020202020204" pitchFamily="34" charset="0"/>
              </a:defRPr>
            </a:lvl1pPr>
            <a:lvl2pPr>
              <a:spcBef>
                <a:spcPts val="0"/>
              </a:spcBef>
              <a:spcAft>
                <a:spcPts val="300"/>
              </a:spcAft>
              <a:buNone/>
              <a:defRPr sz="1400">
                <a:latin typeface="+mn-lt"/>
              </a:defRPr>
            </a:lvl2pPr>
            <a:lvl3pPr>
              <a:spcBef>
                <a:spcPts val="0"/>
              </a:spcBef>
              <a:spcAft>
                <a:spcPts val="300"/>
              </a:spcAft>
              <a:buNone/>
              <a:defRPr sz="1200">
                <a:latin typeface="+mn-lt"/>
              </a:defRPr>
            </a:lvl3pPr>
            <a:lvl4pPr>
              <a:spcBef>
                <a:spcPts val="0"/>
              </a:spcBef>
              <a:spcAft>
                <a:spcPts val="300"/>
              </a:spcAft>
              <a:buNone/>
              <a:defRPr sz="1100">
                <a:latin typeface="+mn-lt"/>
              </a:defRPr>
            </a:lvl4pPr>
            <a:lvl5pPr>
              <a:spcBef>
                <a:spcPts val="0"/>
              </a:spcBef>
              <a:spcAft>
                <a:spcPts val="300"/>
              </a:spcAft>
              <a:buNone/>
              <a:defRPr sz="1100">
                <a:latin typeface="+mn-lt"/>
              </a:defRPr>
            </a:lvl5pPr>
          </a:lstStyle>
          <a:p>
            <a:pPr lvl="0"/>
            <a:r>
              <a:rPr lang="en-US"/>
              <a:t>Click to edit Master text styles testing it</a:t>
            </a:r>
          </a:p>
        </p:txBody>
      </p:sp>
      <p:sp>
        <p:nvSpPr>
          <p:cNvPr id="26" name="Text Placeholder 25">
            <a:extLst>
              <a:ext uri="{FF2B5EF4-FFF2-40B4-BE49-F238E27FC236}">
                <a16:creationId xmlns:a16="http://schemas.microsoft.com/office/drawing/2014/main" id="{00E9A75A-7A2F-4FD2-A0CF-61732A489BFC}"/>
              </a:ext>
            </a:extLst>
          </p:cNvPr>
          <p:cNvSpPr>
            <a:spLocks noGrp="1"/>
          </p:cNvSpPr>
          <p:nvPr>
            <p:ph type="body" sz="quarter" idx="13"/>
          </p:nvPr>
        </p:nvSpPr>
        <p:spPr>
          <a:xfrm>
            <a:off x="4350593" y="190285"/>
            <a:ext cx="7584829" cy="2257582"/>
          </a:xfrm>
        </p:spPr>
        <p:txBody>
          <a:bodyPr anchor="ctr">
            <a:noAutofit/>
          </a:bodyPr>
          <a:lstStyle>
            <a:lvl1pPr marL="0" indent="0">
              <a:spcBef>
                <a:spcPts val="0"/>
              </a:spcBef>
              <a:spcAft>
                <a:spcPts val="600"/>
              </a:spcAft>
              <a:buNone/>
              <a:tabLst>
                <a:tab pos="0" algn="l"/>
              </a:tabLst>
              <a:defRPr sz="1600">
                <a:latin typeface="Aptos" panose="020B0004020202020204" pitchFamily="34" charset="0"/>
              </a:defRPr>
            </a:lvl1pPr>
            <a:lvl2pPr marL="457200" indent="0">
              <a:spcBef>
                <a:spcPts val="0"/>
              </a:spcBef>
              <a:spcAft>
                <a:spcPts val="600"/>
              </a:spcAft>
              <a:buNone/>
              <a:defRPr sz="1400">
                <a:latin typeface="Aptos" panose="020B0004020202020204" pitchFamily="34" charset="0"/>
              </a:defRPr>
            </a:lvl2pPr>
            <a:lvl3pPr marL="914400" indent="0">
              <a:spcBef>
                <a:spcPts val="0"/>
              </a:spcBef>
              <a:spcAft>
                <a:spcPts val="600"/>
              </a:spcAft>
              <a:buNone/>
              <a:defRPr sz="1200">
                <a:latin typeface="Aptos" panose="020B0004020202020204" pitchFamily="34" charset="0"/>
              </a:defRPr>
            </a:lvl3pPr>
            <a:lvl4pPr marL="1371600" indent="0">
              <a:spcBef>
                <a:spcPts val="0"/>
              </a:spcBef>
              <a:spcAft>
                <a:spcPts val="600"/>
              </a:spcAft>
              <a:buNone/>
              <a:defRPr sz="1100">
                <a:latin typeface="Aptos" panose="020B0004020202020204" pitchFamily="34" charset="0"/>
              </a:defRPr>
            </a:lvl4pPr>
            <a:lvl5pPr marL="1828800" indent="0">
              <a:spcBef>
                <a:spcPts val="0"/>
              </a:spcBef>
              <a:spcAft>
                <a:spcPts val="600"/>
              </a:spcAft>
              <a:buNone/>
              <a:defRPr sz="1100">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2">
            <a:extLst>
              <a:ext uri="{FF2B5EF4-FFF2-40B4-BE49-F238E27FC236}">
                <a16:creationId xmlns:a16="http://schemas.microsoft.com/office/drawing/2014/main" id="{884A6DB2-AF44-264F-C6C5-207FFDEA2D89}"/>
              </a:ext>
            </a:extLst>
          </p:cNvPr>
          <p:cNvSpPr>
            <a:spLocks noGrp="1"/>
          </p:cNvSpPr>
          <p:nvPr>
            <p:ph type="body" sz="quarter" idx="19"/>
          </p:nvPr>
        </p:nvSpPr>
        <p:spPr>
          <a:xfrm>
            <a:off x="368300" y="4743732"/>
            <a:ext cx="3530653" cy="1914525"/>
          </a:xfrm>
        </p:spPr>
        <p:txBody>
          <a:bodyPr>
            <a:noAutofit/>
          </a:bodyPr>
          <a:lstStyle>
            <a:lvl1pPr marL="0" indent="0">
              <a:spcAft>
                <a:spcPts val="300"/>
              </a:spcAft>
              <a:buNone/>
              <a:defRPr sz="1400">
                <a:latin typeface="Aptos" panose="020B0004020202020204" pitchFamily="34" charset="0"/>
              </a:defRPr>
            </a:lvl1pPr>
            <a:lvl2pPr marL="231775" indent="0">
              <a:spcAft>
                <a:spcPts val="300"/>
              </a:spcAft>
              <a:buNone/>
              <a:defRPr sz="1200"/>
            </a:lvl2pPr>
            <a:lvl3pPr marL="457200" indent="0">
              <a:spcAft>
                <a:spcPts val="300"/>
              </a:spcAft>
              <a:buNone/>
              <a:defRPr sz="1100"/>
            </a:lvl3pPr>
            <a:lvl4pPr marL="688975" indent="0">
              <a:spcAft>
                <a:spcPts val="300"/>
              </a:spcAft>
              <a:buNone/>
              <a:defRPr sz="1050"/>
            </a:lvl4pPr>
            <a:lvl5pPr marL="914400" indent="0">
              <a:spcAft>
                <a:spcPts val="300"/>
              </a:spcAft>
              <a:buNone/>
              <a:defRPr sz="1050"/>
            </a:lvl5pPr>
          </a:lstStyle>
          <a:p>
            <a:pPr lvl="0"/>
            <a:r>
              <a:rPr lang="en-US"/>
              <a:t>Click to edit Master text styles</a:t>
            </a:r>
          </a:p>
        </p:txBody>
      </p:sp>
      <p:cxnSp>
        <p:nvCxnSpPr>
          <p:cNvPr id="41" name="Straight Connector 40">
            <a:extLst>
              <a:ext uri="{FF2B5EF4-FFF2-40B4-BE49-F238E27FC236}">
                <a16:creationId xmlns:a16="http://schemas.microsoft.com/office/drawing/2014/main" id="{6264A744-CC4E-EB5E-92F8-6863C327AD8A}"/>
              </a:ext>
            </a:extLst>
          </p:cNvPr>
          <p:cNvCxnSpPr/>
          <p:nvPr/>
        </p:nvCxnSpPr>
        <p:spPr>
          <a:xfrm>
            <a:off x="4118002" y="2589174"/>
            <a:ext cx="8073998" cy="0"/>
          </a:xfrm>
          <a:prstGeom prst="line">
            <a:avLst/>
          </a:prstGeom>
        </p:spPr>
        <p:style>
          <a:lnRef idx="1">
            <a:schemeClr val="accent4"/>
          </a:lnRef>
          <a:fillRef idx="0">
            <a:schemeClr val="accent4"/>
          </a:fillRef>
          <a:effectRef idx="0">
            <a:schemeClr val="accent4"/>
          </a:effectRef>
          <a:fontRef idx="minor">
            <a:schemeClr val="tx1"/>
          </a:fontRef>
        </p:style>
      </p:cxnSp>
      <p:pic>
        <p:nvPicPr>
          <p:cNvPr id="22" name="Picture 21">
            <a:extLst>
              <a:ext uri="{FF2B5EF4-FFF2-40B4-BE49-F238E27FC236}">
                <a16:creationId xmlns:a16="http://schemas.microsoft.com/office/drawing/2014/main" id="{37B8F3F2-2FA4-5675-BF00-E36AEE632F03}"/>
              </a:ext>
            </a:extLst>
          </p:cNvPr>
          <p:cNvPicPr>
            <a:picLocks noChangeAspect="1"/>
          </p:cNvPicPr>
          <p:nvPr/>
        </p:nvPicPr>
        <p:blipFill>
          <a:blip r:embed="rId2"/>
          <a:stretch>
            <a:fillRect/>
          </a:stretch>
        </p:blipFill>
        <p:spPr>
          <a:xfrm>
            <a:off x="8450168" y="2897178"/>
            <a:ext cx="306206" cy="364137"/>
          </a:xfrm>
          <a:prstGeom prst="rect">
            <a:avLst/>
          </a:prstGeom>
        </p:spPr>
      </p:pic>
      <p:pic>
        <p:nvPicPr>
          <p:cNvPr id="43" name="Picture 42">
            <a:extLst>
              <a:ext uri="{FF2B5EF4-FFF2-40B4-BE49-F238E27FC236}">
                <a16:creationId xmlns:a16="http://schemas.microsoft.com/office/drawing/2014/main" id="{B6A16D17-B102-311E-0F97-613A39E7B3EF}"/>
              </a:ext>
            </a:extLst>
          </p:cNvPr>
          <p:cNvPicPr>
            <a:picLocks noChangeAspect="1"/>
          </p:cNvPicPr>
          <p:nvPr/>
        </p:nvPicPr>
        <p:blipFill>
          <a:blip r:embed="rId3"/>
          <a:stretch>
            <a:fillRect/>
          </a:stretch>
        </p:blipFill>
        <p:spPr>
          <a:xfrm>
            <a:off x="4831834" y="2962870"/>
            <a:ext cx="360113" cy="298730"/>
          </a:xfrm>
          <a:prstGeom prst="rect">
            <a:avLst/>
          </a:prstGeom>
        </p:spPr>
      </p:pic>
      <p:pic>
        <p:nvPicPr>
          <p:cNvPr id="46" name="Picture 45" descr="A black and grey logo&#10;&#10;Description automatically generated">
            <a:extLst>
              <a:ext uri="{FF2B5EF4-FFF2-40B4-BE49-F238E27FC236}">
                <a16:creationId xmlns:a16="http://schemas.microsoft.com/office/drawing/2014/main" id="{E7298E74-B265-5BAF-112A-1AB6620E4790}"/>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a:off x="10523307" y="6369040"/>
            <a:ext cx="1059895" cy="214179"/>
          </a:xfrm>
          <a:prstGeom prst="rect">
            <a:avLst/>
          </a:prstGeom>
        </p:spPr>
      </p:pic>
      <p:sp>
        <p:nvSpPr>
          <p:cNvPr id="8" name="Slide Number Placeholder 11">
            <a:extLst>
              <a:ext uri="{FF2B5EF4-FFF2-40B4-BE49-F238E27FC236}">
                <a16:creationId xmlns:a16="http://schemas.microsoft.com/office/drawing/2014/main" id="{01169E87-3326-B830-8446-CAE655ECFCB4}"/>
              </a:ext>
            </a:extLst>
          </p:cNvPr>
          <p:cNvSpPr txBox="1">
            <a:spLocks/>
          </p:cNvSpPr>
          <p:nvPr/>
        </p:nvSpPr>
        <p:spPr>
          <a:xfrm>
            <a:off x="11669442" y="6293567"/>
            <a:ext cx="376421" cy="365125"/>
          </a:xfrm>
          <a:prstGeom prst="rect">
            <a:avLst/>
          </a:prstGeom>
        </p:spPr>
        <p:txBody>
          <a:bodyPr vert="horz" lIns="91440" tIns="45720" rIns="91440" bIns="45720" rtlCol="0" anchor="ctr">
            <a:noAutofit/>
          </a:bodyPr>
          <a:lstStyle>
            <a:defPPr>
              <a:defRPr lang="en-US"/>
            </a:defPPr>
            <a:lvl1pPr marL="0" algn="r" defTabSz="914400" rtl="0" eaLnBrk="1" latinLnBrk="0" hangingPunct="1">
              <a:defRPr sz="1200" kern="1200">
                <a:solidFill>
                  <a:schemeClr val="bg2">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452812-C10A-4AB2-8074-0CB7DB09664E}" type="slidenum">
              <a:rPr lang="en-US" smtClean="0">
                <a:solidFill>
                  <a:schemeClr val="bg1">
                    <a:lumMod val="65000"/>
                  </a:schemeClr>
                </a:solidFill>
                <a:latin typeface="Aptos" panose="020B0004020202020204" pitchFamily="34" charset="0"/>
              </a:rPr>
              <a:pPr/>
              <a:t>‹#›</a:t>
            </a:fld>
            <a:endParaRPr lang="en-US">
              <a:solidFill>
                <a:schemeClr val="bg1">
                  <a:lumMod val="65000"/>
                </a:schemeClr>
              </a:solidFill>
              <a:latin typeface="Aptos" panose="020B0004020202020204" pitchFamily="34" charset="0"/>
            </a:endParaRPr>
          </a:p>
        </p:txBody>
      </p:sp>
      <p:sp>
        <p:nvSpPr>
          <p:cNvPr id="5" name="Footer Placeholder 5">
            <a:extLst>
              <a:ext uri="{FF2B5EF4-FFF2-40B4-BE49-F238E27FC236}">
                <a16:creationId xmlns:a16="http://schemas.microsoft.com/office/drawing/2014/main" id="{74636319-096D-6B5F-9DF7-9F3B1C141A69}"/>
              </a:ext>
            </a:extLst>
          </p:cNvPr>
          <p:cNvSpPr txBox="1">
            <a:spLocks/>
          </p:cNvSpPr>
          <p:nvPr/>
        </p:nvSpPr>
        <p:spPr>
          <a:xfrm>
            <a:off x="4002138" y="6529613"/>
            <a:ext cx="4187724" cy="365125"/>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2026 Kaizen Analytix LLC   |   All Rights Reserved.  CONFIDENTIAL &amp; PROPRIETARY</a:t>
            </a:r>
          </a:p>
        </p:txBody>
      </p:sp>
    </p:spTree>
    <p:extLst>
      <p:ext uri="{BB962C8B-B14F-4D97-AF65-F5344CB8AC3E}">
        <p14:creationId xmlns:p14="http://schemas.microsoft.com/office/powerpoint/2010/main" val="23209630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eam Bio">
    <p:spTree>
      <p:nvGrpSpPr>
        <p:cNvPr id="1" name=""/>
        <p:cNvGrpSpPr/>
        <p:nvPr/>
      </p:nvGrpSpPr>
      <p:grpSpPr>
        <a:xfrm>
          <a:off x="0" y="0"/>
          <a:ext cx="0" cy="0"/>
          <a:chOff x="0" y="0"/>
          <a:chExt cx="0" cy="0"/>
        </a:xfrm>
      </p:grpSpPr>
      <p:sp>
        <p:nvSpPr>
          <p:cNvPr id="26" name="Text Placeholder 7">
            <a:extLst>
              <a:ext uri="{FF2B5EF4-FFF2-40B4-BE49-F238E27FC236}">
                <a16:creationId xmlns:a16="http://schemas.microsoft.com/office/drawing/2014/main" id="{DFC3BEAF-F3FB-42D1-B159-2B27AC020A70}"/>
              </a:ext>
            </a:extLst>
          </p:cNvPr>
          <p:cNvSpPr>
            <a:spLocks noGrp="1"/>
          </p:cNvSpPr>
          <p:nvPr>
            <p:ph type="body" sz="quarter" idx="18"/>
          </p:nvPr>
        </p:nvSpPr>
        <p:spPr>
          <a:xfrm>
            <a:off x="8406611" y="3548727"/>
            <a:ext cx="3474720" cy="2820313"/>
          </a:xfrm>
        </p:spPr>
        <p:txBody>
          <a:bodyPr numCol="2">
            <a:noAutofit/>
          </a:bodyPr>
          <a:lstStyle>
            <a:lvl1pPr>
              <a:spcAft>
                <a:spcPts val="300"/>
              </a:spcAft>
              <a:defRPr sz="1200">
                <a:latin typeface="+mn-lt"/>
              </a:defRPr>
            </a:lvl1pPr>
            <a:lvl2pPr>
              <a:spcAft>
                <a:spcPts val="300"/>
              </a:spcAft>
              <a:defRPr sz="1200">
                <a:latin typeface="+mn-lt"/>
              </a:defRPr>
            </a:lvl2pPr>
            <a:lvl3pPr>
              <a:spcAft>
                <a:spcPts val="300"/>
              </a:spcAft>
              <a:defRPr sz="1200">
                <a:latin typeface="+mn-lt"/>
              </a:defRPr>
            </a:lvl3pPr>
            <a:lvl4pPr>
              <a:spcAft>
                <a:spcPts val="300"/>
              </a:spcAft>
              <a:defRPr sz="1200">
                <a:latin typeface="+mn-lt"/>
              </a:defRPr>
            </a:lvl4pPr>
            <a:lvl5pPr>
              <a:spcAft>
                <a:spcPts val="300"/>
              </a:spcAft>
              <a:defRPr sz="12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6" name="Rectangle 45">
            <a:extLst>
              <a:ext uri="{FF2B5EF4-FFF2-40B4-BE49-F238E27FC236}">
                <a16:creationId xmlns:a16="http://schemas.microsoft.com/office/drawing/2014/main" id="{BCFAD73B-C205-4852-8C5D-F934643E98E3}"/>
              </a:ext>
            </a:extLst>
          </p:cNvPr>
          <p:cNvSpPr/>
          <p:nvPr/>
        </p:nvSpPr>
        <p:spPr>
          <a:xfrm>
            <a:off x="-1" y="0"/>
            <a:ext cx="12190311" cy="2452848"/>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latin typeface="+mn-lt"/>
            </a:endParaRPr>
          </a:p>
        </p:txBody>
      </p:sp>
      <p:sp>
        <p:nvSpPr>
          <p:cNvPr id="14" name="Content Placeholder 13">
            <a:extLst>
              <a:ext uri="{FF2B5EF4-FFF2-40B4-BE49-F238E27FC236}">
                <a16:creationId xmlns:a16="http://schemas.microsoft.com/office/drawing/2014/main" id="{BFF01E4D-D5CF-47C0-B252-665D9D1B4473}"/>
              </a:ext>
            </a:extLst>
          </p:cNvPr>
          <p:cNvSpPr>
            <a:spLocks noGrp="1"/>
          </p:cNvSpPr>
          <p:nvPr>
            <p:ph sz="quarter" idx="17"/>
          </p:nvPr>
        </p:nvSpPr>
        <p:spPr>
          <a:xfrm>
            <a:off x="386849" y="362061"/>
            <a:ext cx="1709928" cy="1711214"/>
          </a:xfrm>
        </p:spPr>
        <p:txBody>
          <a:bodyPr>
            <a:noAutofit/>
          </a:bodyPr>
          <a:lstStyle>
            <a:lvl1pPr>
              <a:buNone/>
              <a:defRPr sz="1100"/>
            </a:lvl1pPr>
            <a:lvl2pPr>
              <a:buNone/>
              <a:defRPr sz="1050"/>
            </a:lvl2pPr>
            <a:lvl3pPr>
              <a:buNone/>
              <a:defRPr sz="1000"/>
            </a:lvl3pPr>
            <a:lvl4pPr>
              <a:buNone/>
              <a:defRPr sz="900"/>
            </a:lvl4pPr>
            <a:lvl5pPr>
              <a:buNone/>
              <a:defRPr sz="900">
                <a:latin typeface="+mn-lt"/>
              </a:defRPr>
            </a:lvl5pPr>
          </a:lstStyle>
          <a:p>
            <a:pPr lvl="0"/>
            <a:r>
              <a:rPr lang="en-US"/>
              <a:t>Click to edit Master text styles</a:t>
            </a:r>
          </a:p>
        </p:txBody>
      </p:sp>
      <p:sp>
        <p:nvSpPr>
          <p:cNvPr id="65" name="Text Placeholder 64">
            <a:extLst>
              <a:ext uri="{FF2B5EF4-FFF2-40B4-BE49-F238E27FC236}">
                <a16:creationId xmlns:a16="http://schemas.microsoft.com/office/drawing/2014/main" id="{BD63BD28-9821-4D27-B87A-76A378EB1D80}"/>
              </a:ext>
            </a:extLst>
          </p:cNvPr>
          <p:cNvSpPr>
            <a:spLocks noGrp="1"/>
          </p:cNvSpPr>
          <p:nvPr>
            <p:ph type="body" sz="quarter" idx="11"/>
          </p:nvPr>
        </p:nvSpPr>
        <p:spPr>
          <a:xfrm>
            <a:off x="4347477" y="3548727"/>
            <a:ext cx="3474720" cy="2820313"/>
          </a:xfrm>
        </p:spPr>
        <p:txBody>
          <a:bodyPr numCol="2">
            <a:noAutofit/>
          </a:bodyPr>
          <a:lstStyle>
            <a:lvl1pPr>
              <a:spcAft>
                <a:spcPts val="300"/>
              </a:spcAft>
              <a:defRPr sz="1200">
                <a:latin typeface="+mn-lt"/>
              </a:defRPr>
            </a:lvl1pPr>
            <a:lvl2pPr>
              <a:spcAft>
                <a:spcPts val="300"/>
              </a:spcAft>
              <a:defRPr sz="1200">
                <a:latin typeface="+mn-lt"/>
              </a:defRPr>
            </a:lvl2pPr>
            <a:lvl3pPr>
              <a:spcAft>
                <a:spcPts val="300"/>
              </a:spcAft>
              <a:defRPr sz="1200">
                <a:latin typeface="+mn-lt"/>
              </a:defRPr>
            </a:lvl3pPr>
            <a:lvl4pPr>
              <a:spcAft>
                <a:spcPts val="300"/>
              </a:spcAft>
              <a:defRPr sz="1200">
                <a:latin typeface="+mn-lt"/>
              </a:defRPr>
            </a:lvl4pPr>
            <a:lvl5pPr>
              <a:spcAft>
                <a:spcPts val="300"/>
              </a:spcAft>
              <a:defRPr sz="12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1CEFBF4E-B1A9-4E09-8E8D-4CBF731A64E0}"/>
              </a:ext>
            </a:extLst>
          </p:cNvPr>
          <p:cNvSpPr>
            <a:spLocks noGrp="1"/>
          </p:cNvSpPr>
          <p:nvPr>
            <p:ph type="body" sz="quarter" idx="10"/>
          </p:nvPr>
        </p:nvSpPr>
        <p:spPr>
          <a:xfrm>
            <a:off x="314470" y="3548727"/>
            <a:ext cx="3474720" cy="2820313"/>
          </a:xfrm>
        </p:spPr>
        <p:txBody>
          <a:bodyPr numCol="2">
            <a:noAutofit/>
          </a:bodyPr>
          <a:lstStyle>
            <a:lvl1pPr>
              <a:spcAft>
                <a:spcPts val="300"/>
              </a:spcAft>
              <a:defRPr sz="1200">
                <a:latin typeface="+mn-lt"/>
              </a:defRPr>
            </a:lvl1pPr>
            <a:lvl2pPr>
              <a:spcAft>
                <a:spcPts val="300"/>
              </a:spcAft>
              <a:defRPr sz="1200">
                <a:latin typeface="+mn-lt"/>
              </a:defRPr>
            </a:lvl2pPr>
            <a:lvl3pPr>
              <a:spcAft>
                <a:spcPts val="300"/>
              </a:spcAft>
              <a:defRPr sz="1200">
                <a:latin typeface="+mn-lt"/>
              </a:defRPr>
            </a:lvl3pPr>
            <a:lvl4pPr>
              <a:spcAft>
                <a:spcPts val="300"/>
              </a:spcAft>
              <a:defRPr sz="1200">
                <a:latin typeface="+mn-lt"/>
              </a:defRPr>
            </a:lvl4pPr>
            <a:lvl5pPr>
              <a:spcAft>
                <a:spcPts val="300"/>
              </a:spcAft>
              <a:defRPr sz="12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9">
            <a:extLst>
              <a:ext uri="{FF2B5EF4-FFF2-40B4-BE49-F238E27FC236}">
                <a16:creationId xmlns:a16="http://schemas.microsoft.com/office/drawing/2014/main" id="{6479CE6A-ADE9-4D90-95CA-EC2EF0CA698E}"/>
              </a:ext>
            </a:extLst>
          </p:cNvPr>
          <p:cNvSpPr>
            <a:spLocks noGrp="1"/>
          </p:cNvSpPr>
          <p:nvPr>
            <p:ph type="title"/>
          </p:nvPr>
        </p:nvSpPr>
        <p:spPr>
          <a:xfrm>
            <a:off x="2443164" y="232606"/>
            <a:ext cx="8934449" cy="615536"/>
          </a:xfrm>
        </p:spPr>
        <p:txBody>
          <a:bodyPr>
            <a:noAutofit/>
          </a:bodyPr>
          <a:lstStyle>
            <a:lvl1pPr>
              <a:defRPr sz="2800" b="1">
                <a:latin typeface="+mj-lt"/>
              </a:defRPr>
            </a:lvl1pPr>
          </a:lstStyle>
          <a:p>
            <a:r>
              <a:rPr lang="en-US"/>
              <a:t>Click to edit Master title style</a:t>
            </a:r>
          </a:p>
        </p:txBody>
      </p:sp>
      <p:sp>
        <p:nvSpPr>
          <p:cNvPr id="12" name="Text Placeholder 11">
            <a:extLst>
              <a:ext uri="{FF2B5EF4-FFF2-40B4-BE49-F238E27FC236}">
                <a16:creationId xmlns:a16="http://schemas.microsoft.com/office/drawing/2014/main" id="{FF0DF01B-78E6-4D4A-8E81-EBB1B2F47EBF}"/>
              </a:ext>
            </a:extLst>
          </p:cNvPr>
          <p:cNvSpPr>
            <a:spLocks noGrp="1"/>
          </p:cNvSpPr>
          <p:nvPr>
            <p:ph type="body" sz="quarter" idx="16"/>
          </p:nvPr>
        </p:nvSpPr>
        <p:spPr>
          <a:xfrm>
            <a:off x="2451100" y="775530"/>
            <a:ext cx="8926513" cy="1165225"/>
          </a:xfrm>
        </p:spPr>
        <p:txBody>
          <a:bodyPr>
            <a:noAutofit/>
          </a:bodyPr>
          <a:lstStyle>
            <a:lvl1pPr marL="0" indent="0">
              <a:spcBef>
                <a:spcPts val="0"/>
              </a:spcBef>
              <a:spcAft>
                <a:spcPts val="900"/>
              </a:spcAft>
              <a:buNone/>
              <a:defRPr sz="1600" b="0">
                <a:latin typeface="+mj-lt"/>
              </a:defRPr>
            </a:lvl1pPr>
            <a:lvl2pPr marL="457200" indent="0">
              <a:spcBef>
                <a:spcPts val="0"/>
              </a:spcBef>
              <a:spcAft>
                <a:spcPts val="900"/>
              </a:spcAft>
              <a:buNone/>
              <a:defRPr sz="1400">
                <a:latin typeface="+mj-lt"/>
              </a:defRPr>
            </a:lvl2pPr>
            <a:lvl3pPr marL="914400" indent="0">
              <a:spcBef>
                <a:spcPts val="0"/>
              </a:spcBef>
              <a:spcAft>
                <a:spcPts val="900"/>
              </a:spcAft>
              <a:buNone/>
              <a:defRPr sz="1200">
                <a:latin typeface="+mj-lt"/>
              </a:defRPr>
            </a:lvl3pPr>
            <a:lvl4pPr marL="1371600" indent="0">
              <a:spcBef>
                <a:spcPts val="0"/>
              </a:spcBef>
              <a:spcAft>
                <a:spcPts val="900"/>
              </a:spcAft>
              <a:buNone/>
              <a:defRPr sz="1100">
                <a:latin typeface="+mj-lt"/>
              </a:defRPr>
            </a:lvl4pPr>
            <a:lvl5pPr marL="1828800" indent="0">
              <a:spcBef>
                <a:spcPts val="0"/>
              </a:spcBef>
              <a:spcAft>
                <a:spcPts val="900"/>
              </a:spcAft>
              <a:buNone/>
              <a:defRPr sz="11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4" name="Straight Connector 53">
            <a:extLst>
              <a:ext uri="{FF2B5EF4-FFF2-40B4-BE49-F238E27FC236}">
                <a16:creationId xmlns:a16="http://schemas.microsoft.com/office/drawing/2014/main" id="{8E490C81-7407-4199-8D6C-3A9C3C95B6C7}"/>
              </a:ext>
            </a:extLst>
          </p:cNvPr>
          <p:cNvCxnSpPr>
            <a:cxnSpLocks/>
          </p:cNvCxnSpPr>
          <p:nvPr/>
        </p:nvCxnSpPr>
        <p:spPr>
          <a:xfrm>
            <a:off x="4076962" y="2791067"/>
            <a:ext cx="0" cy="3604957"/>
          </a:xfrm>
          <a:prstGeom prst="line">
            <a:avLst/>
          </a:prstGeom>
          <a:ln w="19050">
            <a:solidFill>
              <a:schemeClr val="bg2"/>
            </a:solidFill>
          </a:ln>
          <a:effectLst/>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80EF0855-337F-42E1-AE8B-654A1CB705F4}"/>
              </a:ext>
            </a:extLst>
          </p:cNvPr>
          <p:cNvCxnSpPr>
            <a:cxnSpLocks/>
          </p:cNvCxnSpPr>
          <p:nvPr/>
        </p:nvCxnSpPr>
        <p:spPr>
          <a:xfrm>
            <a:off x="8127387" y="2791067"/>
            <a:ext cx="0" cy="3604957"/>
          </a:xfrm>
          <a:prstGeom prst="line">
            <a:avLst/>
          </a:prstGeom>
          <a:ln w="19050">
            <a:solidFill>
              <a:schemeClr val="bg2"/>
            </a:solidFill>
          </a:ln>
          <a:effectLst/>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C179D289-18FA-485A-A2D8-FA27C39F8628}"/>
              </a:ext>
            </a:extLst>
          </p:cNvPr>
          <p:cNvSpPr txBox="1"/>
          <p:nvPr/>
        </p:nvSpPr>
        <p:spPr>
          <a:xfrm>
            <a:off x="1195714" y="2858688"/>
            <a:ext cx="1599538" cy="369332"/>
          </a:xfrm>
          <a:prstGeom prst="rect">
            <a:avLst/>
          </a:prstGeom>
          <a:noFill/>
        </p:spPr>
        <p:txBody>
          <a:bodyPr wrap="square" lIns="0" tIns="0" rIns="0" bIns="0" rtlCol="0">
            <a:noAutofit/>
          </a:bodyPr>
          <a:lstStyle/>
          <a:p>
            <a:pPr defTabSz="548640"/>
            <a:r>
              <a:rPr lang="en-US" sz="2400" b="1" i="0" cap="all" baseline="0">
                <a:solidFill>
                  <a:schemeClr val="tx1"/>
                </a:solidFill>
                <a:latin typeface="+mj-lt"/>
                <a:cs typeface="Arial" pitchFamily="34" charset="0"/>
              </a:rPr>
              <a:t>Skills</a:t>
            </a:r>
          </a:p>
        </p:txBody>
      </p:sp>
      <p:sp>
        <p:nvSpPr>
          <p:cNvPr id="5" name="Oval 4">
            <a:extLst>
              <a:ext uri="{FF2B5EF4-FFF2-40B4-BE49-F238E27FC236}">
                <a16:creationId xmlns:a16="http://schemas.microsoft.com/office/drawing/2014/main" id="{C93A4369-309C-40B8-8C69-A8D6EAEB40BF}"/>
              </a:ext>
            </a:extLst>
          </p:cNvPr>
          <p:cNvSpPr/>
          <p:nvPr/>
        </p:nvSpPr>
        <p:spPr>
          <a:xfrm>
            <a:off x="405086" y="2774259"/>
            <a:ext cx="538190" cy="538190"/>
          </a:xfrm>
          <a:prstGeom prst="ellipse">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latin typeface="+mj-lt"/>
            </a:endParaRPr>
          </a:p>
        </p:txBody>
      </p:sp>
      <p:sp>
        <p:nvSpPr>
          <p:cNvPr id="80" name="TextBox 79">
            <a:extLst>
              <a:ext uri="{FF2B5EF4-FFF2-40B4-BE49-F238E27FC236}">
                <a16:creationId xmlns:a16="http://schemas.microsoft.com/office/drawing/2014/main" id="{6C49B4B3-9061-45DF-9AAE-A132B4BBC26F}"/>
              </a:ext>
            </a:extLst>
          </p:cNvPr>
          <p:cNvSpPr txBox="1"/>
          <p:nvPr/>
        </p:nvSpPr>
        <p:spPr>
          <a:xfrm>
            <a:off x="5245761" y="2858688"/>
            <a:ext cx="1937551" cy="369332"/>
          </a:xfrm>
          <a:prstGeom prst="rect">
            <a:avLst/>
          </a:prstGeom>
          <a:noFill/>
        </p:spPr>
        <p:txBody>
          <a:bodyPr wrap="square" lIns="0" tIns="0" rIns="0" bIns="0" rtlCol="0">
            <a:noAutofit/>
          </a:bodyPr>
          <a:lstStyle/>
          <a:p>
            <a:pPr defTabSz="548640"/>
            <a:r>
              <a:rPr lang="en-US" sz="2400" b="1" i="0" cap="all" baseline="0">
                <a:solidFill>
                  <a:schemeClr val="tx1"/>
                </a:solidFill>
                <a:latin typeface="+mj-lt"/>
                <a:cs typeface="Arial" pitchFamily="34" charset="0"/>
              </a:rPr>
              <a:t>Tools</a:t>
            </a:r>
          </a:p>
        </p:txBody>
      </p:sp>
      <p:sp>
        <p:nvSpPr>
          <p:cNvPr id="31" name="Oval 30">
            <a:extLst>
              <a:ext uri="{FF2B5EF4-FFF2-40B4-BE49-F238E27FC236}">
                <a16:creationId xmlns:a16="http://schemas.microsoft.com/office/drawing/2014/main" id="{4A6EB542-A697-40AD-BE32-4666342B4DE1}"/>
              </a:ext>
            </a:extLst>
          </p:cNvPr>
          <p:cNvSpPr/>
          <p:nvPr/>
        </p:nvSpPr>
        <p:spPr>
          <a:xfrm>
            <a:off x="4450858" y="2774259"/>
            <a:ext cx="538190" cy="538190"/>
          </a:xfrm>
          <a:prstGeom prst="ellipse">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800">
              <a:latin typeface="+mj-lt"/>
            </a:endParaRPr>
          </a:p>
        </p:txBody>
      </p:sp>
      <p:sp>
        <p:nvSpPr>
          <p:cNvPr id="75" name="TextBox 74">
            <a:extLst>
              <a:ext uri="{FF2B5EF4-FFF2-40B4-BE49-F238E27FC236}">
                <a16:creationId xmlns:a16="http://schemas.microsoft.com/office/drawing/2014/main" id="{9CD5148B-947A-42ED-852D-D9F8BB79DB90}"/>
              </a:ext>
            </a:extLst>
          </p:cNvPr>
          <p:cNvSpPr txBox="1"/>
          <p:nvPr/>
        </p:nvSpPr>
        <p:spPr>
          <a:xfrm>
            <a:off x="9304859" y="2858688"/>
            <a:ext cx="2482056" cy="369332"/>
          </a:xfrm>
          <a:prstGeom prst="rect">
            <a:avLst/>
          </a:prstGeom>
          <a:noFill/>
        </p:spPr>
        <p:txBody>
          <a:bodyPr wrap="square" lIns="0" tIns="0" rIns="0" bIns="0" rtlCol="0">
            <a:noAutofit/>
          </a:bodyPr>
          <a:lstStyle/>
          <a:p>
            <a:pPr marL="0" marR="0" lvl="0" indent="0" algn="l" defTabSz="548640" rtl="0" eaLnBrk="1" fontAlgn="auto" latinLnBrk="0" hangingPunct="1">
              <a:lnSpc>
                <a:spcPct val="100000"/>
              </a:lnSpc>
              <a:spcBef>
                <a:spcPts val="0"/>
              </a:spcBef>
              <a:spcAft>
                <a:spcPts val="0"/>
              </a:spcAft>
              <a:buClrTx/>
              <a:buSzTx/>
              <a:buFontTx/>
              <a:buNone/>
              <a:tabLst/>
              <a:defRPr/>
            </a:pPr>
            <a:r>
              <a:rPr kumimoji="0" lang="en-US" sz="2400" b="1" i="0" u="none" strike="noStrike" kern="1200" cap="all" spc="0" normalizeH="0" baseline="0" noProof="0">
                <a:ln>
                  <a:noFill/>
                </a:ln>
                <a:solidFill>
                  <a:schemeClr val="tx1"/>
                </a:solidFill>
                <a:effectLst/>
                <a:uLnTx/>
                <a:uFillTx/>
                <a:latin typeface="+mj-lt"/>
                <a:ea typeface="+mn-ea"/>
                <a:cs typeface="Arial" pitchFamily="34" charset="0"/>
              </a:rPr>
              <a:t>Industries</a:t>
            </a:r>
          </a:p>
        </p:txBody>
      </p:sp>
      <p:sp>
        <p:nvSpPr>
          <p:cNvPr id="32" name="Oval 31">
            <a:extLst>
              <a:ext uri="{FF2B5EF4-FFF2-40B4-BE49-F238E27FC236}">
                <a16:creationId xmlns:a16="http://schemas.microsoft.com/office/drawing/2014/main" id="{76F47965-95D9-4B73-B689-6ED3C95CD303}"/>
              </a:ext>
            </a:extLst>
          </p:cNvPr>
          <p:cNvSpPr/>
          <p:nvPr/>
        </p:nvSpPr>
        <p:spPr>
          <a:xfrm>
            <a:off x="8507030" y="2774259"/>
            <a:ext cx="538190" cy="538190"/>
          </a:xfrm>
          <a:prstGeom prst="ellipse">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800">
              <a:latin typeface="+mj-lt"/>
            </a:endParaRPr>
          </a:p>
        </p:txBody>
      </p:sp>
      <p:pic>
        <p:nvPicPr>
          <p:cNvPr id="4" name="Picture 3">
            <a:extLst>
              <a:ext uri="{FF2B5EF4-FFF2-40B4-BE49-F238E27FC236}">
                <a16:creationId xmlns:a16="http://schemas.microsoft.com/office/drawing/2014/main" id="{14D0F1AB-3C9F-09F1-2E7C-5F6BD0344856}"/>
              </a:ext>
            </a:extLst>
          </p:cNvPr>
          <p:cNvPicPr>
            <a:picLocks noChangeAspect="1"/>
          </p:cNvPicPr>
          <p:nvPr/>
        </p:nvPicPr>
        <p:blipFill>
          <a:blip r:embed="rId2"/>
          <a:stretch>
            <a:fillRect/>
          </a:stretch>
        </p:blipFill>
        <p:spPr>
          <a:xfrm>
            <a:off x="8637587" y="2842168"/>
            <a:ext cx="306206" cy="364137"/>
          </a:xfrm>
          <a:prstGeom prst="rect">
            <a:avLst/>
          </a:prstGeom>
        </p:spPr>
      </p:pic>
      <p:pic>
        <p:nvPicPr>
          <p:cNvPr id="6" name="Picture 5">
            <a:extLst>
              <a:ext uri="{FF2B5EF4-FFF2-40B4-BE49-F238E27FC236}">
                <a16:creationId xmlns:a16="http://schemas.microsoft.com/office/drawing/2014/main" id="{3DCDAAA6-440F-AD34-F77C-BA1F39C89686}"/>
              </a:ext>
            </a:extLst>
          </p:cNvPr>
          <p:cNvPicPr>
            <a:picLocks noChangeAspect="1"/>
          </p:cNvPicPr>
          <p:nvPr/>
        </p:nvPicPr>
        <p:blipFill>
          <a:blip r:embed="rId3"/>
          <a:stretch>
            <a:fillRect/>
          </a:stretch>
        </p:blipFill>
        <p:spPr>
          <a:xfrm>
            <a:off x="506995" y="2907575"/>
            <a:ext cx="360113" cy="298730"/>
          </a:xfrm>
          <a:prstGeom prst="rect">
            <a:avLst/>
          </a:prstGeom>
        </p:spPr>
      </p:pic>
      <p:pic>
        <p:nvPicPr>
          <p:cNvPr id="24" name="Picture 23">
            <a:extLst>
              <a:ext uri="{FF2B5EF4-FFF2-40B4-BE49-F238E27FC236}">
                <a16:creationId xmlns:a16="http://schemas.microsoft.com/office/drawing/2014/main" id="{398597B9-6D90-61DB-839D-AA904B3DAAAB}"/>
              </a:ext>
            </a:extLst>
          </p:cNvPr>
          <p:cNvPicPr>
            <a:picLocks noChangeAspect="1"/>
          </p:cNvPicPr>
          <p:nvPr/>
        </p:nvPicPr>
        <p:blipFill>
          <a:blip r:embed="rId4"/>
          <a:stretch>
            <a:fillRect/>
          </a:stretch>
        </p:blipFill>
        <p:spPr>
          <a:xfrm>
            <a:off x="4544852" y="2899061"/>
            <a:ext cx="368639" cy="298618"/>
          </a:xfrm>
          <a:prstGeom prst="rect">
            <a:avLst/>
          </a:prstGeom>
        </p:spPr>
      </p:pic>
      <p:pic>
        <p:nvPicPr>
          <p:cNvPr id="33" name="Picture 32" descr="A black and grey logo&#10;&#10;Description automatically generated">
            <a:extLst>
              <a:ext uri="{FF2B5EF4-FFF2-40B4-BE49-F238E27FC236}">
                <a16:creationId xmlns:a16="http://schemas.microsoft.com/office/drawing/2014/main" id="{28BFB636-0049-29DB-38B4-8B71769DEF85}"/>
              </a:ext>
            </a:extLst>
          </p:cNvPr>
          <p:cNvPicPr>
            <a:picLocks noChangeAspect="1"/>
          </p:cNvPicPr>
          <p:nvPr/>
        </p:nvPicPr>
        <p:blipFill>
          <a:blip r:embed="rId5">
            <a:alphaModFix amt="20000"/>
            <a:extLst>
              <a:ext uri="{28A0092B-C50C-407E-A947-70E740481C1C}">
                <a14:useLocalDpi xmlns:a14="http://schemas.microsoft.com/office/drawing/2010/main" val="0"/>
              </a:ext>
            </a:extLst>
          </a:blip>
          <a:stretch>
            <a:fillRect/>
          </a:stretch>
        </p:blipFill>
        <p:spPr>
          <a:xfrm>
            <a:off x="10523307" y="6369040"/>
            <a:ext cx="1059895" cy="214179"/>
          </a:xfrm>
          <a:prstGeom prst="rect">
            <a:avLst/>
          </a:prstGeom>
        </p:spPr>
      </p:pic>
      <p:sp>
        <p:nvSpPr>
          <p:cNvPr id="13" name="Slide Number Placeholder 11">
            <a:extLst>
              <a:ext uri="{FF2B5EF4-FFF2-40B4-BE49-F238E27FC236}">
                <a16:creationId xmlns:a16="http://schemas.microsoft.com/office/drawing/2014/main" id="{A9469D6E-850B-E637-F80E-2710C4D456CE}"/>
              </a:ext>
            </a:extLst>
          </p:cNvPr>
          <p:cNvSpPr txBox="1">
            <a:spLocks/>
          </p:cNvSpPr>
          <p:nvPr/>
        </p:nvSpPr>
        <p:spPr>
          <a:xfrm>
            <a:off x="11669442" y="6293567"/>
            <a:ext cx="376421" cy="365125"/>
          </a:xfrm>
          <a:prstGeom prst="rect">
            <a:avLst/>
          </a:prstGeom>
        </p:spPr>
        <p:txBody>
          <a:bodyPr vert="horz" lIns="91440" tIns="45720" rIns="91440" bIns="45720" rtlCol="0" anchor="ctr">
            <a:noAutofit/>
          </a:bodyPr>
          <a:lstStyle>
            <a:defPPr>
              <a:defRPr lang="en-US"/>
            </a:defPPr>
            <a:lvl1pPr marL="0" algn="r" defTabSz="914400" rtl="0" eaLnBrk="1" latinLnBrk="0" hangingPunct="1">
              <a:defRPr sz="1200" kern="1200">
                <a:solidFill>
                  <a:schemeClr val="bg2">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452812-C10A-4AB2-8074-0CB7DB09664E}" type="slidenum">
              <a:rPr lang="en-US" smtClean="0">
                <a:solidFill>
                  <a:schemeClr val="bg1">
                    <a:lumMod val="65000"/>
                  </a:schemeClr>
                </a:solidFill>
                <a:latin typeface="Aptos" panose="020B0004020202020204" pitchFamily="34" charset="0"/>
              </a:rPr>
              <a:pPr/>
              <a:t>‹#›</a:t>
            </a:fld>
            <a:endParaRPr lang="en-US">
              <a:solidFill>
                <a:schemeClr val="bg1">
                  <a:lumMod val="65000"/>
                </a:schemeClr>
              </a:solidFill>
              <a:latin typeface="Aptos" panose="020B0004020202020204" pitchFamily="34" charset="0"/>
            </a:endParaRPr>
          </a:p>
        </p:txBody>
      </p:sp>
      <p:sp>
        <p:nvSpPr>
          <p:cNvPr id="3" name="Footer Placeholder 5">
            <a:extLst>
              <a:ext uri="{FF2B5EF4-FFF2-40B4-BE49-F238E27FC236}">
                <a16:creationId xmlns:a16="http://schemas.microsoft.com/office/drawing/2014/main" id="{6F050380-655A-39FA-459F-4CC86A232F59}"/>
              </a:ext>
            </a:extLst>
          </p:cNvPr>
          <p:cNvSpPr txBox="1">
            <a:spLocks/>
          </p:cNvSpPr>
          <p:nvPr/>
        </p:nvSpPr>
        <p:spPr>
          <a:xfrm>
            <a:off x="4002138" y="6529613"/>
            <a:ext cx="4187724" cy="365125"/>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2026 Kaizen Analytix LLC   |   All Rights Reserved.  CONFIDENTIAL &amp; PROPRIETARY</a:t>
            </a:r>
          </a:p>
        </p:txBody>
      </p:sp>
    </p:spTree>
    <p:extLst>
      <p:ext uri="{BB962C8B-B14F-4D97-AF65-F5344CB8AC3E}">
        <p14:creationId xmlns:p14="http://schemas.microsoft.com/office/powerpoint/2010/main" val="4656571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ig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D3095-9895-09E8-EBAA-6100584874A9}"/>
              </a:ext>
            </a:extLst>
          </p:cNvPr>
          <p:cNvSpPr>
            <a:spLocks noGrp="1"/>
          </p:cNvSpPr>
          <p:nvPr>
            <p:ph type="ctrTitle" hasCustomPrompt="1"/>
          </p:nvPr>
        </p:nvSpPr>
        <p:spPr>
          <a:xfrm>
            <a:off x="1870753" y="2539449"/>
            <a:ext cx="8450495" cy="1779103"/>
          </a:xfrm>
          <a:prstGeom prst="rect">
            <a:avLst/>
          </a:prstGeom>
        </p:spPr>
        <p:txBody>
          <a:bodyPr anchor="ctr">
            <a:noAutofit/>
          </a:bodyPr>
          <a:lstStyle>
            <a:lvl1pPr algn="ctr">
              <a:defRPr sz="5400" b="1">
                <a:solidFill>
                  <a:schemeClr val="tx1"/>
                </a:solidFill>
                <a:latin typeface="Aptos" panose="020B0004020202020204" pitchFamily="34" charset="0"/>
              </a:defRPr>
            </a:lvl1pPr>
          </a:lstStyle>
          <a:p>
            <a:r>
              <a:rPr lang="en-US"/>
              <a:t>CLICK TO EDIT MASTER TITLE STYLE</a:t>
            </a:r>
          </a:p>
        </p:txBody>
      </p:sp>
      <p:sp>
        <p:nvSpPr>
          <p:cNvPr id="4" name="Slide Number Placeholder 11">
            <a:extLst>
              <a:ext uri="{FF2B5EF4-FFF2-40B4-BE49-F238E27FC236}">
                <a16:creationId xmlns:a16="http://schemas.microsoft.com/office/drawing/2014/main" id="{40812B39-9C46-648B-C149-CD9C0633B372}"/>
              </a:ext>
            </a:extLst>
          </p:cNvPr>
          <p:cNvSpPr txBox="1">
            <a:spLocks/>
          </p:cNvSpPr>
          <p:nvPr/>
        </p:nvSpPr>
        <p:spPr>
          <a:xfrm>
            <a:off x="11669442" y="6293567"/>
            <a:ext cx="37642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2">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452812-C10A-4AB2-8074-0CB7DB09664E}" type="slidenum">
              <a:rPr lang="en-US" smtClean="0">
                <a:solidFill>
                  <a:schemeClr val="bg1">
                    <a:lumMod val="65000"/>
                  </a:schemeClr>
                </a:solidFill>
                <a:latin typeface="Aptos" panose="020B0004020202020204" pitchFamily="34" charset="0"/>
              </a:rPr>
              <a:pPr/>
              <a:t>‹#›</a:t>
            </a:fld>
            <a:endParaRPr lang="en-US">
              <a:solidFill>
                <a:schemeClr val="bg1">
                  <a:lumMod val="65000"/>
                </a:schemeClr>
              </a:solidFill>
              <a:latin typeface="Aptos" panose="020B0004020202020204" pitchFamily="34" charset="0"/>
            </a:endParaRPr>
          </a:p>
        </p:txBody>
      </p:sp>
      <p:sp>
        <p:nvSpPr>
          <p:cNvPr id="5" name="Footer Placeholder 5">
            <a:extLst>
              <a:ext uri="{FF2B5EF4-FFF2-40B4-BE49-F238E27FC236}">
                <a16:creationId xmlns:a16="http://schemas.microsoft.com/office/drawing/2014/main" id="{7E84AFA2-4CF7-EF26-8C9A-475B7C8C30F0}"/>
              </a:ext>
            </a:extLst>
          </p:cNvPr>
          <p:cNvSpPr txBox="1">
            <a:spLocks/>
          </p:cNvSpPr>
          <p:nvPr/>
        </p:nvSpPr>
        <p:spPr>
          <a:xfrm>
            <a:off x="4002138" y="6529613"/>
            <a:ext cx="4187724" cy="365125"/>
          </a:xfrm>
          <a:prstGeom prst="rect">
            <a:avLst/>
          </a:prstGeom>
        </p:spPr>
        <p:txBody>
          <a:bodyPr vert="horz" lIns="91440" tIns="45720" rIns="91440" bIns="45720" rtlCol="0" anchor="ct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2026 Kaizen Analytix LLC   |   All Rights Reserved.  CONFIDENTIAL &amp; PROPRIETARY</a:t>
            </a:r>
          </a:p>
        </p:txBody>
      </p:sp>
    </p:spTree>
    <p:extLst>
      <p:ext uri="{BB962C8B-B14F-4D97-AF65-F5344CB8AC3E}">
        <p14:creationId xmlns:p14="http://schemas.microsoft.com/office/powerpoint/2010/main" val="27725730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3" name="Slide Number Placeholder 11">
            <a:extLst>
              <a:ext uri="{FF2B5EF4-FFF2-40B4-BE49-F238E27FC236}">
                <a16:creationId xmlns:a16="http://schemas.microsoft.com/office/drawing/2014/main" id="{6E4C6690-A0B5-9DDF-AEE7-9262D8FDD83B}"/>
              </a:ext>
            </a:extLst>
          </p:cNvPr>
          <p:cNvSpPr txBox="1">
            <a:spLocks/>
          </p:cNvSpPr>
          <p:nvPr/>
        </p:nvSpPr>
        <p:spPr>
          <a:xfrm>
            <a:off x="11669442" y="6293567"/>
            <a:ext cx="37642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2">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452812-C10A-4AB2-8074-0CB7DB09664E}" type="slidenum">
              <a:rPr lang="en-US" smtClean="0">
                <a:solidFill>
                  <a:schemeClr val="bg1">
                    <a:lumMod val="65000"/>
                  </a:schemeClr>
                </a:solidFill>
                <a:latin typeface="Aptos" panose="020B0004020202020204" pitchFamily="34" charset="0"/>
              </a:rPr>
              <a:pPr/>
              <a:t>‹#›</a:t>
            </a:fld>
            <a:endParaRPr lang="en-US">
              <a:solidFill>
                <a:schemeClr val="bg1">
                  <a:lumMod val="65000"/>
                </a:schemeClr>
              </a:solidFill>
              <a:latin typeface="Aptos" panose="020B0004020202020204" pitchFamily="34" charset="0"/>
            </a:endParaRPr>
          </a:p>
        </p:txBody>
      </p:sp>
      <p:sp>
        <p:nvSpPr>
          <p:cNvPr id="4" name="Footer Placeholder 5">
            <a:extLst>
              <a:ext uri="{FF2B5EF4-FFF2-40B4-BE49-F238E27FC236}">
                <a16:creationId xmlns:a16="http://schemas.microsoft.com/office/drawing/2014/main" id="{F6E5A540-A20A-2E34-440A-F5FC0BB2AAFF}"/>
              </a:ext>
            </a:extLst>
          </p:cNvPr>
          <p:cNvSpPr txBox="1">
            <a:spLocks/>
          </p:cNvSpPr>
          <p:nvPr/>
        </p:nvSpPr>
        <p:spPr>
          <a:xfrm>
            <a:off x="4002138" y="6529613"/>
            <a:ext cx="4187724" cy="365125"/>
          </a:xfrm>
          <a:prstGeom prst="rect">
            <a:avLst/>
          </a:prstGeom>
        </p:spPr>
        <p:txBody>
          <a:bodyPr vert="horz" lIns="91440" tIns="45720" rIns="91440" bIns="45720" rtlCol="0" anchor="ctr"/>
          <a:lstStyle>
            <a:defPPr>
              <a:defRPr lang="en-US"/>
            </a:defPPr>
            <a:lvl1pPr marL="0" algn="l" defTabSz="914400" rtl="0" eaLnBrk="1" latinLnBrk="0" hangingPunct="1">
              <a:defRPr sz="6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a:solidFill>
                  <a:schemeClr val="bg1">
                    <a:lumMod val="65000"/>
                  </a:schemeClr>
                </a:solidFill>
                <a:latin typeface="Aptos" panose="020B0004020202020204" pitchFamily="34" charset="0"/>
              </a:rPr>
              <a:t>© 2026 Kaizen Analytix LLC   |   All Rights Reserved.  CONFIDENTIAL &amp; PROPRIETARY</a:t>
            </a:r>
          </a:p>
        </p:txBody>
      </p:sp>
    </p:spTree>
    <p:extLst>
      <p:ext uri="{BB962C8B-B14F-4D97-AF65-F5344CB8AC3E}">
        <p14:creationId xmlns:p14="http://schemas.microsoft.com/office/powerpoint/2010/main" val="3531392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C0FC6E-F28C-46F3-BC91-843A9D3622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A8CEB0F-F86D-40EE-B9DF-945463C5D7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4C4773-7AA7-4DE8-84CE-46B710B7FC15}"/>
              </a:ext>
            </a:extLst>
          </p:cNvPr>
          <p:cNvSpPr>
            <a:spLocks noGrp="1"/>
          </p:cNvSpPr>
          <p:nvPr>
            <p:ph type="dt" sz="half" idx="2"/>
          </p:nvPr>
        </p:nvSpPr>
        <p:spPr>
          <a:xfrm>
            <a:off x="838200" y="6485740"/>
            <a:ext cx="2743200" cy="365125"/>
          </a:xfrm>
          <a:prstGeom prst="rect">
            <a:avLst/>
          </a:prstGeom>
        </p:spPr>
        <p:txBody>
          <a:bodyPr vert="horz" lIns="91440" tIns="45720" rIns="91440" bIns="45720" rtlCol="0" anchor="ctr"/>
          <a:lstStyle>
            <a:lvl1pPr algn="l">
              <a:defRPr sz="1200">
                <a:solidFill>
                  <a:schemeClr val="tx2"/>
                </a:solidFill>
                <a:latin typeface="Aptos" panose="020B0004020202020204" pitchFamily="34" charset="0"/>
              </a:defRPr>
            </a:lvl1pPr>
          </a:lstStyle>
          <a:p>
            <a:fld id="{BB3B7816-458C-4EDE-A078-24360DA6FF95}" type="datetimeFigureOut">
              <a:rPr lang="en-US" smtClean="0"/>
              <a:t>7/16/2026</a:t>
            </a:fld>
            <a:endParaRPr lang="en-US"/>
          </a:p>
        </p:txBody>
      </p:sp>
      <p:sp>
        <p:nvSpPr>
          <p:cNvPr id="5" name="Footer Placeholder 4">
            <a:extLst>
              <a:ext uri="{FF2B5EF4-FFF2-40B4-BE49-F238E27FC236}">
                <a16:creationId xmlns:a16="http://schemas.microsoft.com/office/drawing/2014/main" id="{332738C2-0ED8-4C75-AC02-420BCE09521C}"/>
              </a:ext>
            </a:extLst>
          </p:cNvPr>
          <p:cNvSpPr>
            <a:spLocks noGrp="1"/>
          </p:cNvSpPr>
          <p:nvPr>
            <p:ph type="ftr" sz="quarter" idx="3"/>
          </p:nvPr>
        </p:nvSpPr>
        <p:spPr>
          <a:xfrm>
            <a:off x="3809999" y="6485740"/>
            <a:ext cx="4572002" cy="365125"/>
          </a:xfrm>
          <a:prstGeom prst="rect">
            <a:avLst/>
          </a:prstGeom>
        </p:spPr>
        <p:txBody>
          <a:bodyPr vert="horz" lIns="91440" tIns="45720" rIns="91440" bIns="45720" rtlCol="0" anchor="ctr"/>
          <a:lstStyle>
            <a:lvl1pPr algn="ctr">
              <a:defRPr sz="800">
                <a:solidFill>
                  <a:schemeClr val="tx2"/>
                </a:solidFill>
                <a:latin typeface="Aptos" panose="020B0004020202020204" pitchFamily="34" charset="0"/>
              </a:defRPr>
            </a:lvl1pPr>
          </a:lstStyle>
          <a:p>
            <a:endParaRPr lang="en-US"/>
          </a:p>
        </p:txBody>
      </p:sp>
      <p:sp>
        <p:nvSpPr>
          <p:cNvPr id="6" name="Slide Number Placeholder 5">
            <a:extLst>
              <a:ext uri="{FF2B5EF4-FFF2-40B4-BE49-F238E27FC236}">
                <a16:creationId xmlns:a16="http://schemas.microsoft.com/office/drawing/2014/main" id="{67764F71-7FA6-4ED0-BB3E-D0473EBD07BA}"/>
              </a:ext>
            </a:extLst>
          </p:cNvPr>
          <p:cNvSpPr>
            <a:spLocks noGrp="1"/>
          </p:cNvSpPr>
          <p:nvPr>
            <p:ph type="sldNum" sz="quarter" idx="4"/>
          </p:nvPr>
        </p:nvSpPr>
        <p:spPr>
          <a:xfrm>
            <a:off x="11661421" y="6299487"/>
            <a:ext cx="376421" cy="365125"/>
          </a:xfrm>
          <a:prstGeom prst="rect">
            <a:avLst/>
          </a:prstGeom>
        </p:spPr>
        <p:txBody>
          <a:bodyPr vert="horz" lIns="91440" tIns="45720" rIns="91440" bIns="45720" rtlCol="0" anchor="ctr"/>
          <a:lstStyle>
            <a:lvl1pPr algn="r">
              <a:defRPr sz="1200">
                <a:solidFill>
                  <a:schemeClr val="tx2"/>
                </a:solidFill>
                <a:latin typeface="Aptos" panose="020B0004020202020204" pitchFamily="34" charset="0"/>
              </a:defRPr>
            </a:lvl1pPr>
          </a:lstStyle>
          <a:p>
            <a:fld id="{D047CD7D-32DE-4760-B299-09D5B2CC2E5D}" type="slidenum">
              <a:rPr lang="en-US" smtClean="0"/>
              <a:t>‹#›</a:t>
            </a:fld>
            <a:endParaRPr lang="en-US"/>
          </a:p>
        </p:txBody>
      </p:sp>
      <p:sp>
        <p:nvSpPr>
          <p:cNvPr id="8" name="TextBox 7">
            <a:extLst>
              <a:ext uri="{FF2B5EF4-FFF2-40B4-BE49-F238E27FC236}">
                <a16:creationId xmlns:a16="http://schemas.microsoft.com/office/drawing/2014/main" id="{A115BE8F-5D8F-57B2-E516-B0142A3F47C2}"/>
              </a:ext>
            </a:extLst>
          </p:cNvPr>
          <p:cNvSpPr txBox="1"/>
          <p:nvPr userDrawn="1">
            <p:extLst>
              <p:ext uri="{1162E1C5-73C7-4A58-AE30-91384D911F3F}">
                <p184:classification xmlns:p184="http://schemas.microsoft.com/office/powerpoint/2018/4/main" val="hdr"/>
              </p:ext>
            </p:extLst>
          </p:nvPr>
        </p:nvSpPr>
        <p:spPr>
          <a:xfrm>
            <a:off x="63500" y="63500"/>
            <a:ext cx="1458913" cy="152400"/>
          </a:xfrm>
          <a:prstGeom prst="rect">
            <a:avLst/>
          </a:prstGeom>
        </p:spPr>
        <p:txBody>
          <a:bodyPr horzOverflow="overflow" lIns="0" tIns="0" rIns="0" bIns="0">
            <a:spAutoFit/>
          </a:bodyPr>
          <a:lstStyle/>
          <a:p>
            <a:pPr algn="l"/>
            <a:r>
              <a:rPr lang="en-US" sz="1000">
                <a:solidFill>
                  <a:srgbClr val="000000">
                    <a:alpha val="50000"/>
                  </a:srgbClr>
                </a:solidFill>
                <a:latin typeface="Meiyo"/>
              </a:rPr>
              <a:t>•• PROTECTED 関係者外秘</a:t>
            </a:r>
          </a:p>
        </p:txBody>
      </p:sp>
    </p:spTree>
    <p:extLst>
      <p:ext uri="{BB962C8B-B14F-4D97-AF65-F5344CB8AC3E}">
        <p14:creationId xmlns:p14="http://schemas.microsoft.com/office/powerpoint/2010/main" val="288316667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Lst>
  <p:txStyles>
    <p:titleStyle>
      <a:lvl1pPr algn="l" defTabSz="914400" rtl="0" eaLnBrk="1" latinLnBrk="0" hangingPunct="1">
        <a:lnSpc>
          <a:spcPct val="90000"/>
        </a:lnSpc>
        <a:spcBef>
          <a:spcPct val="0"/>
        </a:spcBef>
        <a:buNone/>
        <a:defRPr sz="2800" kern="1200">
          <a:solidFill>
            <a:schemeClr val="tx2"/>
          </a:solidFill>
          <a:latin typeface="Aptos" panose="020B0004020202020204" pitchFamily="34" charset="0"/>
          <a:ea typeface="+mj-ea"/>
          <a:cs typeface="+mj-cs"/>
        </a:defRPr>
      </a:lvl1pPr>
    </p:titleStyle>
    <p:bodyStyle>
      <a:lvl1pPr marL="228600" indent="-228600" algn="l" defTabSz="914400" rtl="0" eaLnBrk="1" latinLnBrk="0" hangingPunct="1">
        <a:lnSpc>
          <a:spcPct val="100000"/>
        </a:lnSpc>
        <a:spcBef>
          <a:spcPts val="1000"/>
        </a:spcBef>
        <a:spcAft>
          <a:spcPts val="600"/>
        </a:spcAft>
        <a:buFont typeface="Arial" panose="020B0604020202020204" pitchFamily="34" charset="0"/>
        <a:buChar char="•"/>
        <a:defRPr sz="1600" kern="1200">
          <a:solidFill>
            <a:schemeClr val="tx2"/>
          </a:solidFill>
          <a:latin typeface="Aptos" panose="020B0004020202020204" pitchFamily="34" charset="0"/>
          <a:ea typeface="+mn-ea"/>
          <a:cs typeface="+mn-cs"/>
        </a:defRPr>
      </a:lvl1pPr>
      <a:lvl2pPr marL="574675" indent="-342900" algn="l" defTabSz="914400" rtl="0" eaLnBrk="1" latinLnBrk="0" hangingPunct="1">
        <a:lnSpc>
          <a:spcPct val="100000"/>
        </a:lnSpc>
        <a:spcBef>
          <a:spcPts val="500"/>
        </a:spcBef>
        <a:spcAft>
          <a:spcPts val="600"/>
        </a:spcAft>
        <a:buFont typeface="+mj-lt"/>
        <a:buAutoNum type="alphaLcParenR"/>
        <a:defRPr sz="1400" kern="1200">
          <a:solidFill>
            <a:schemeClr val="tx2"/>
          </a:solidFill>
          <a:latin typeface="Aptos" panose="020B0004020202020204" pitchFamily="34" charset="0"/>
          <a:ea typeface="+mn-ea"/>
          <a:cs typeface="+mn-cs"/>
        </a:defRPr>
      </a:lvl2pPr>
      <a:lvl3pPr marL="742950" indent="-285750" algn="l" defTabSz="914400" rtl="0" eaLnBrk="1" latinLnBrk="0" hangingPunct="1">
        <a:lnSpc>
          <a:spcPct val="100000"/>
        </a:lnSpc>
        <a:spcBef>
          <a:spcPts val="500"/>
        </a:spcBef>
        <a:spcAft>
          <a:spcPts val="600"/>
        </a:spcAft>
        <a:buFont typeface="+mj-lt"/>
        <a:buAutoNum type="romanLcPeriod"/>
        <a:defRPr sz="1200" kern="1200">
          <a:solidFill>
            <a:schemeClr val="tx2"/>
          </a:solidFill>
          <a:latin typeface="Aptos" panose="020B0004020202020204" pitchFamily="34" charset="0"/>
          <a:ea typeface="+mn-ea"/>
          <a:cs typeface="+mn-cs"/>
        </a:defRPr>
      </a:lvl3pPr>
      <a:lvl4pPr marL="974725" indent="-285750" algn="l" defTabSz="914400" rtl="0" eaLnBrk="1" latinLnBrk="0" hangingPunct="1">
        <a:lnSpc>
          <a:spcPct val="100000"/>
        </a:lnSpc>
        <a:spcBef>
          <a:spcPts val="500"/>
        </a:spcBef>
        <a:spcAft>
          <a:spcPts val="600"/>
        </a:spcAft>
        <a:buFont typeface="+mj-lt"/>
        <a:buAutoNum type="romanLcPeriod"/>
        <a:tabLst>
          <a:tab pos="688975" algn="l"/>
        </a:tabLst>
        <a:defRPr sz="1100" kern="1200">
          <a:solidFill>
            <a:schemeClr val="tx2"/>
          </a:solidFill>
          <a:latin typeface="Aptos" panose="020B0004020202020204" pitchFamily="34" charset="0"/>
          <a:ea typeface="+mn-ea"/>
          <a:cs typeface="+mn-cs"/>
        </a:defRPr>
      </a:lvl4pPr>
      <a:lvl5pPr marL="1200150" indent="-285750" algn="l" defTabSz="914400" rtl="0" eaLnBrk="1" latinLnBrk="0" hangingPunct="1">
        <a:lnSpc>
          <a:spcPct val="100000"/>
        </a:lnSpc>
        <a:spcBef>
          <a:spcPts val="500"/>
        </a:spcBef>
        <a:spcAft>
          <a:spcPts val="600"/>
        </a:spcAft>
        <a:buFont typeface="+mj-lt"/>
        <a:buAutoNum type="romanLcPeriod"/>
        <a:defRPr sz="110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hyperlink" Target="https://lucid.app/lucidchart/ce726f12-f745-4b37-be17-993be7c2af83/edit?invitationId=inv_f1137883-cc75-4d80-8558-1a308999e287&amp;page=ss7TVbLKIhQA" TargetMode="External"/><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hyperlink" Target="https://toyota.atlassian.net/jira/software/c/projects/TCDW/summary" TargetMode="External"/><Relationship Id="rId5" Type="http://schemas.openxmlformats.org/officeDocument/2006/relationships/hyperlink" Target="https://kaizenanalytixllc.sharepoint.com/:p:/s/Toyota181/IQAD0Cx6YS2OT6NgYCIL8FGrARmHYjXeTiHB97qgmwYosxQ?e=onyfCs" TargetMode="External"/><Relationship Id="rId4" Type="http://schemas.openxmlformats.org/officeDocument/2006/relationships/hyperlink" Target="https://kaizenanalytixllc.sharepoint.com/:x:/s/Toyota181/IQDIoVcVD3RUQoSnIAOhkf-RAbEZW9kZumMh2v3DhSlJXeU?e=VZR7GZ"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E85367F-99EC-CEF3-6969-B2FDCD7F77EC}"/>
              </a:ext>
            </a:extLst>
          </p:cNvPr>
          <p:cNvSpPr>
            <a:spLocks noGrp="1"/>
          </p:cNvSpPr>
          <p:nvPr>
            <p:ph type="subTitle" idx="1"/>
          </p:nvPr>
        </p:nvSpPr>
        <p:spPr/>
        <p:txBody>
          <a:bodyPr/>
          <a:lstStyle/>
          <a:p>
            <a:r>
              <a:rPr lang="en-US"/>
              <a:t>Project Governance Scorecard</a:t>
            </a:r>
          </a:p>
        </p:txBody>
      </p:sp>
      <p:sp>
        <p:nvSpPr>
          <p:cNvPr id="2" name="Title 1">
            <a:extLst>
              <a:ext uri="{FF2B5EF4-FFF2-40B4-BE49-F238E27FC236}">
                <a16:creationId xmlns:a16="http://schemas.microsoft.com/office/drawing/2014/main" id="{9D112A20-1DC2-2BBC-783F-CABE50D137F4}"/>
              </a:ext>
            </a:extLst>
          </p:cNvPr>
          <p:cNvSpPr>
            <a:spLocks noGrp="1"/>
          </p:cNvSpPr>
          <p:nvPr>
            <p:ph type="ctrTitle"/>
          </p:nvPr>
        </p:nvSpPr>
        <p:spPr/>
        <p:txBody>
          <a:bodyPr/>
          <a:lstStyle/>
          <a:p>
            <a:r>
              <a:rPr lang="en-US" dirty="0"/>
              <a:t>Client Project</a:t>
            </a:r>
          </a:p>
        </p:txBody>
      </p:sp>
    </p:spTree>
    <p:extLst>
      <p:ext uri="{BB962C8B-B14F-4D97-AF65-F5344CB8AC3E}">
        <p14:creationId xmlns:p14="http://schemas.microsoft.com/office/powerpoint/2010/main" val="1935947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FD171-19B2-245E-0BBF-75AA95CF90D0}"/>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EE0AC97-2A50-1FD6-FDC8-E0B678863552}"/>
              </a:ext>
            </a:extLst>
          </p:cNvPr>
          <p:cNvSpPr>
            <a:spLocks noGrp="1"/>
          </p:cNvSpPr>
          <p:nvPr>
            <p:ph sz="half" idx="1"/>
          </p:nvPr>
        </p:nvSpPr>
        <p:spPr>
          <a:xfrm>
            <a:off x="457200" y="1280160"/>
            <a:ext cx="5212080" cy="4663440"/>
          </a:xfrm>
        </p:spPr>
        <p:txBody>
          <a:bodyPr>
            <a:normAutofit fontScale="85000" lnSpcReduction="20000"/>
          </a:bodyPr>
          <a:lstStyle/>
          <a:p>
            <a:r>
              <a:rPr lang="en-US" b="1" dirty="0"/>
              <a:t>Purpose</a:t>
            </a:r>
            <a:r>
              <a:rPr lang="en-US" dirty="0"/>
              <a:t>: EL maintains a project scorecard, to be reviewed during project governance meetings. Scorecard to provide status along difference project considerations along with notes and risks. Also include updates on recent accomplishments and upcoming milestones, along with updates to PDP checklist. </a:t>
            </a:r>
          </a:p>
          <a:p>
            <a:r>
              <a:rPr lang="en-US" b="1" dirty="0"/>
              <a:t>Frequency</a:t>
            </a:r>
            <a:r>
              <a:rPr lang="en-US" dirty="0"/>
              <a:t>: Ongoing</a:t>
            </a:r>
          </a:p>
          <a:p>
            <a:r>
              <a:rPr lang="en-US" b="1" dirty="0"/>
              <a:t>Timing</a:t>
            </a:r>
            <a:r>
              <a:rPr lang="en-US" dirty="0"/>
              <a:t>: present during monthly project governance meeting (or as per meeting schedule)</a:t>
            </a:r>
          </a:p>
          <a:p>
            <a:r>
              <a:rPr lang="en-US" b="1" dirty="0"/>
              <a:t>Steps</a:t>
            </a:r>
          </a:p>
          <a:p>
            <a:pPr lvl="1"/>
            <a:r>
              <a:rPr lang="en-US" dirty="0"/>
              <a:t>Obtain project governance scorecard template</a:t>
            </a:r>
          </a:p>
          <a:p>
            <a:pPr lvl="1"/>
            <a:r>
              <a:rPr lang="en-US" dirty="0"/>
              <a:t>Update scorecard template with current month details. Work with project team members, as needed</a:t>
            </a:r>
          </a:p>
          <a:p>
            <a:pPr lvl="2"/>
            <a:r>
              <a:rPr lang="en-US" dirty="0"/>
              <a:t>Status along dimensions of scope, timeline, budget, client satisfaction, Kaizen Team, and sales pursuits</a:t>
            </a:r>
          </a:p>
          <a:p>
            <a:pPr lvl="2"/>
            <a:r>
              <a:rPr lang="en-US" dirty="0"/>
              <a:t>Provide a summary of recent accomplishments and upcoming milestones</a:t>
            </a:r>
          </a:p>
          <a:p>
            <a:pPr lvl="2"/>
            <a:r>
              <a:rPr lang="en-US" dirty="0"/>
              <a:t>True up PDP checklist – list of items on right</a:t>
            </a:r>
          </a:p>
          <a:p>
            <a:pPr lvl="1"/>
            <a:r>
              <a:rPr lang="en-US" dirty="0"/>
              <a:t>Present the scorecard during project governance meetings</a:t>
            </a:r>
          </a:p>
          <a:p>
            <a:pPr marL="0" indent="0">
              <a:buNone/>
            </a:pPr>
            <a:endParaRPr lang="en-US" dirty="0"/>
          </a:p>
          <a:p>
            <a:endParaRPr lang="en-US" dirty="0"/>
          </a:p>
          <a:p>
            <a:pPr lvl="1"/>
            <a:endParaRPr lang="en-US" dirty="0"/>
          </a:p>
        </p:txBody>
      </p:sp>
      <p:sp>
        <p:nvSpPr>
          <p:cNvPr id="3" name="Title 2">
            <a:extLst>
              <a:ext uri="{FF2B5EF4-FFF2-40B4-BE49-F238E27FC236}">
                <a16:creationId xmlns:a16="http://schemas.microsoft.com/office/drawing/2014/main" id="{53AC72F1-D3FB-B2E0-7765-6DD311DDD9C3}"/>
              </a:ext>
            </a:extLst>
          </p:cNvPr>
          <p:cNvSpPr>
            <a:spLocks noGrp="1"/>
          </p:cNvSpPr>
          <p:nvPr>
            <p:ph type="title"/>
          </p:nvPr>
        </p:nvSpPr>
        <p:spPr>
          <a:xfrm>
            <a:off x="1194354" y="48678"/>
            <a:ext cx="10508108" cy="941185"/>
          </a:xfrm>
        </p:spPr>
        <p:txBody>
          <a:bodyPr/>
          <a:lstStyle/>
          <a:p>
            <a:r>
              <a:rPr lang="en-US"/>
              <a:t>Project governance: Project governance scorecards</a:t>
            </a:r>
          </a:p>
        </p:txBody>
      </p:sp>
      <p:pic>
        <p:nvPicPr>
          <p:cNvPr id="4" name="Picture 3">
            <a:extLst>
              <a:ext uri="{FF2B5EF4-FFF2-40B4-BE49-F238E27FC236}">
                <a16:creationId xmlns:a16="http://schemas.microsoft.com/office/drawing/2014/main" id="{4463A302-1C28-4E6C-B575-41054DBDA2F1}"/>
              </a:ext>
            </a:extLst>
          </p:cNvPr>
          <p:cNvPicPr>
            <a:picLocks noChangeAspect="1"/>
          </p:cNvPicPr>
          <p:nvPr/>
        </p:nvPicPr>
        <p:blipFill>
          <a:blip r:embed="rId2"/>
          <a:stretch>
            <a:fillRect/>
          </a:stretch>
        </p:blipFill>
        <p:spPr>
          <a:xfrm>
            <a:off x="6390330" y="1276384"/>
            <a:ext cx="5469992" cy="3076871"/>
          </a:xfrm>
          <a:prstGeom prst="rect">
            <a:avLst/>
          </a:prstGeom>
          <a:ln>
            <a:solidFill>
              <a:schemeClr val="tx1"/>
            </a:solidFill>
          </a:ln>
        </p:spPr>
      </p:pic>
      <p:sp>
        <p:nvSpPr>
          <p:cNvPr id="7" name="Content Placeholder 5">
            <a:extLst>
              <a:ext uri="{FF2B5EF4-FFF2-40B4-BE49-F238E27FC236}">
                <a16:creationId xmlns:a16="http://schemas.microsoft.com/office/drawing/2014/main" id="{CD9180EA-72AB-911A-2A20-DF527E6C257A}"/>
              </a:ext>
            </a:extLst>
          </p:cNvPr>
          <p:cNvSpPr txBox="1">
            <a:spLocks/>
          </p:cNvSpPr>
          <p:nvPr/>
        </p:nvSpPr>
        <p:spPr>
          <a:xfrm>
            <a:off x="6390330" y="4560621"/>
            <a:ext cx="5553604" cy="1954478"/>
          </a:xfrm>
          <a:prstGeom prst="rect">
            <a:avLst/>
          </a:prstGeom>
          <a:solidFill>
            <a:schemeClr val="bg1">
              <a:lumMod val="85000"/>
            </a:schemeClr>
          </a:solidFill>
        </p:spPr>
        <p:txBody>
          <a:bodyPr>
            <a:normAutofit lnSpcReduction="10000"/>
          </a:bodyPr>
          <a:lstStyle>
            <a:lvl1pPr marL="228600" indent="-228600" algn="l" defTabSz="914400" rtl="0" eaLnBrk="1" latinLnBrk="0" hangingPunct="1">
              <a:lnSpc>
                <a:spcPct val="100000"/>
              </a:lnSpc>
              <a:spcBef>
                <a:spcPts val="1000"/>
              </a:spcBef>
              <a:spcAft>
                <a:spcPts val="600"/>
              </a:spcAft>
              <a:buFont typeface="Arial" panose="020B0604020202020204" pitchFamily="34" charset="0"/>
              <a:buChar char="•"/>
              <a:defRPr sz="1600" kern="1200">
                <a:solidFill>
                  <a:schemeClr val="tx2"/>
                </a:solidFill>
                <a:latin typeface="Aptos" panose="020B0004020202020204" pitchFamily="34" charset="0"/>
                <a:ea typeface="+mn-ea"/>
                <a:cs typeface="+mn-cs"/>
              </a:defRPr>
            </a:lvl1pPr>
            <a:lvl2pPr marL="574675" indent="-342900" algn="l" defTabSz="914400" rtl="0" eaLnBrk="1" latinLnBrk="0" hangingPunct="1">
              <a:lnSpc>
                <a:spcPct val="100000"/>
              </a:lnSpc>
              <a:spcBef>
                <a:spcPts val="500"/>
              </a:spcBef>
              <a:spcAft>
                <a:spcPts val="600"/>
              </a:spcAft>
              <a:buFont typeface="+mj-lt"/>
              <a:buAutoNum type="alphaLcParenR"/>
              <a:defRPr sz="1400" kern="1200">
                <a:solidFill>
                  <a:schemeClr val="tx2"/>
                </a:solidFill>
                <a:latin typeface="Aptos" panose="020B0004020202020204" pitchFamily="34" charset="0"/>
                <a:ea typeface="+mn-ea"/>
                <a:cs typeface="+mn-cs"/>
              </a:defRPr>
            </a:lvl2pPr>
            <a:lvl3pPr marL="742950" indent="-285750" algn="l" defTabSz="914400" rtl="0" eaLnBrk="1" latinLnBrk="0" hangingPunct="1">
              <a:lnSpc>
                <a:spcPct val="100000"/>
              </a:lnSpc>
              <a:spcBef>
                <a:spcPts val="500"/>
              </a:spcBef>
              <a:spcAft>
                <a:spcPts val="600"/>
              </a:spcAft>
              <a:buFont typeface="+mj-lt"/>
              <a:buAutoNum type="romanLcPeriod"/>
              <a:defRPr sz="1200" kern="1200">
                <a:solidFill>
                  <a:schemeClr val="tx2"/>
                </a:solidFill>
                <a:latin typeface="Aptos" panose="020B0004020202020204" pitchFamily="34" charset="0"/>
                <a:ea typeface="+mn-ea"/>
                <a:cs typeface="+mn-cs"/>
              </a:defRPr>
            </a:lvl3pPr>
            <a:lvl4pPr marL="974725" indent="-285750" algn="l" defTabSz="914400" rtl="0" eaLnBrk="1" latinLnBrk="0" hangingPunct="1">
              <a:lnSpc>
                <a:spcPct val="100000"/>
              </a:lnSpc>
              <a:spcBef>
                <a:spcPts val="500"/>
              </a:spcBef>
              <a:spcAft>
                <a:spcPts val="600"/>
              </a:spcAft>
              <a:buFont typeface="+mj-lt"/>
              <a:buAutoNum type="romanLcPeriod"/>
              <a:tabLst>
                <a:tab pos="688975" algn="l"/>
              </a:tabLst>
              <a:defRPr sz="1100" kern="1200">
                <a:solidFill>
                  <a:schemeClr val="tx2"/>
                </a:solidFill>
                <a:latin typeface="Aptos" panose="020B0004020202020204" pitchFamily="34" charset="0"/>
                <a:ea typeface="+mn-ea"/>
                <a:cs typeface="+mn-cs"/>
              </a:defRPr>
            </a:lvl4pPr>
            <a:lvl5pPr marL="1200150" indent="-285750" algn="l" defTabSz="914400" rtl="0" eaLnBrk="1" latinLnBrk="0" hangingPunct="1">
              <a:lnSpc>
                <a:spcPct val="100000"/>
              </a:lnSpc>
              <a:spcBef>
                <a:spcPts val="500"/>
              </a:spcBef>
              <a:spcAft>
                <a:spcPts val="600"/>
              </a:spcAft>
              <a:buFont typeface="+mj-lt"/>
              <a:buAutoNum type="romanLcPeriod"/>
              <a:defRPr sz="110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7000"/>
              </a:lnSpc>
              <a:buFont typeface="Arial" panose="020B0604020202020204" pitchFamily="34" charset="0"/>
              <a:buNone/>
            </a:pPr>
            <a:r>
              <a:rPr lang="en-US" sz="1200" kern="100">
                <a:ea typeface="Aptos" panose="020B0004020202020204" pitchFamily="34" charset="0"/>
                <a:cs typeface="Times New Roman" panose="02020603050405020304" pitchFamily="18" charset="0"/>
              </a:rPr>
              <a:t>Keep following artifacts up-to-date at all times. Update status before monthly project governance calls (PDP checklist). Refer </a:t>
            </a:r>
            <a:r>
              <a:rPr lang="en-US" sz="1200" kern="100">
                <a:ea typeface="Aptos" panose="020B0004020202020204" pitchFamily="34" charset="0"/>
                <a:cs typeface="Times New Roman" panose="02020603050405020304" pitchFamily="18" charset="0"/>
                <a:hlinkClick r:id="" action="ppaction://noaction"/>
              </a:rPr>
              <a:t>project artifact slides </a:t>
            </a:r>
            <a:r>
              <a:rPr lang="en-US" sz="1200" kern="100">
                <a:ea typeface="Aptos" panose="020B0004020202020204" pitchFamily="34" charset="0"/>
                <a:cs typeface="Times New Roman" panose="02020603050405020304" pitchFamily="18" charset="0"/>
              </a:rPr>
              <a:t>for details. </a:t>
            </a:r>
          </a:p>
          <a:p>
            <a:pPr marL="342900" indent="-342900">
              <a:lnSpc>
                <a:spcPct val="107000"/>
              </a:lnSpc>
              <a:spcBef>
                <a:spcPts val="0"/>
              </a:spcBef>
              <a:spcAft>
                <a:spcPts val="0"/>
              </a:spcAft>
              <a:buFont typeface="+mj-lt"/>
              <a:buAutoNum type="arabicPeriod"/>
            </a:pPr>
            <a:r>
              <a:rPr lang="en-US" sz="1200" kern="100">
                <a:ea typeface="Aptos" panose="020B0004020202020204" pitchFamily="34" charset="0"/>
                <a:cs typeface="Times New Roman" panose="02020603050405020304" pitchFamily="18" charset="0"/>
              </a:rPr>
              <a:t>Project Teams site</a:t>
            </a:r>
          </a:p>
          <a:p>
            <a:pPr marL="342900" indent="-342900">
              <a:lnSpc>
                <a:spcPct val="107000"/>
              </a:lnSpc>
              <a:spcBef>
                <a:spcPts val="0"/>
              </a:spcBef>
              <a:spcAft>
                <a:spcPts val="0"/>
              </a:spcAft>
              <a:buFont typeface="+mj-lt"/>
              <a:buAutoNum type="arabicPeriod"/>
            </a:pPr>
            <a:r>
              <a:rPr lang="en-US" sz="1200" kern="100">
                <a:ea typeface="Aptos" panose="020B0004020202020204" pitchFamily="34" charset="0"/>
                <a:cs typeface="Times New Roman" panose="02020603050405020304" pitchFamily="18" charset="0"/>
              </a:rPr>
              <a:t>Project Confluence site</a:t>
            </a:r>
          </a:p>
          <a:p>
            <a:pPr marL="342900" indent="-342900">
              <a:lnSpc>
                <a:spcPct val="107000"/>
              </a:lnSpc>
              <a:spcBef>
                <a:spcPts val="0"/>
              </a:spcBef>
              <a:spcAft>
                <a:spcPts val="0"/>
              </a:spcAft>
              <a:buFont typeface="+mj-lt"/>
              <a:buAutoNum type="arabicPeriod"/>
            </a:pPr>
            <a:r>
              <a:rPr lang="en-US" sz="1200" kern="100">
                <a:ea typeface="Aptos" panose="020B0004020202020204" pitchFamily="34" charset="0"/>
                <a:cs typeface="Times New Roman" panose="02020603050405020304" pitchFamily="18" charset="0"/>
              </a:rPr>
              <a:t>RAID log</a:t>
            </a:r>
          </a:p>
          <a:p>
            <a:pPr marL="342900" indent="-342900">
              <a:lnSpc>
                <a:spcPct val="107000"/>
              </a:lnSpc>
              <a:spcBef>
                <a:spcPts val="0"/>
              </a:spcBef>
              <a:spcAft>
                <a:spcPts val="0"/>
              </a:spcAft>
              <a:buFont typeface="+mj-lt"/>
              <a:buAutoNum type="arabicPeriod"/>
            </a:pPr>
            <a:r>
              <a:rPr lang="en-US" sz="1200" kern="100">
                <a:ea typeface="Aptos" panose="020B0004020202020204" pitchFamily="34" charset="0"/>
                <a:cs typeface="Times New Roman" panose="02020603050405020304" pitchFamily="18" charset="0"/>
              </a:rPr>
              <a:t>Business Continuity Plan</a:t>
            </a:r>
          </a:p>
          <a:p>
            <a:pPr marL="342900" indent="-342900">
              <a:lnSpc>
                <a:spcPct val="107000"/>
              </a:lnSpc>
              <a:spcBef>
                <a:spcPts val="0"/>
              </a:spcBef>
              <a:spcAft>
                <a:spcPts val="0"/>
              </a:spcAft>
              <a:buFont typeface="+mj-lt"/>
              <a:buAutoNum type="arabicPeriod"/>
            </a:pPr>
            <a:r>
              <a:rPr lang="en-US" sz="1200" kern="100">
                <a:ea typeface="Aptos" panose="020B0004020202020204" pitchFamily="34" charset="0"/>
                <a:cs typeface="Times New Roman" panose="02020603050405020304" pitchFamily="18" charset="0"/>
              </a:rPr>
              <a:t>End To End Diagram</a:t>
            </a:r>
          </a:p>
          <a:p>
            <a:pPr marL="342900" indent="-342900">
              <a:lnSpc>
                <a:spcPct val="107000"/>
              </a:lnSpc>
              <a:spcBef>
                <a:spcPts val="0"/>
              </a:spcBef>
              <a:spcAft>
                <a:spcPts val="0"/>
              </a:spcAft>
              <a:buFont typeface="+mj-lt"/>
              <a:buAutoNum type="arabicPeriod"/>
            </a:pPr>
            <a:r>
              <a:rPr lang="en-US" sz="1200" kern="100">
                <a:ea typeface="Aptos" panose="020B0004020202020204" pitchFamily="34" charset="0"/>
                <a:cs typeface="Times New Roman" panose="02020603050405020304" pitchFamily="18" charset="0"/>
              </a:rPr>
              <a:t>System Architecture Diagram</a:t>
            </a:r>
          </a:p>
          <a:p>
            <a:pPr marL="342900" indent="-342900">
              <a:lnSpc>
                <a:spcPct val="107000"/>
              </a:lnSpc>
              <a:spcBef>
                <a:spcPts val="0"/>
              </a:spcBef>
              <a:spcAft>
                <a:spcPts val="0"/>
              </a:spcAft>
              <a:buFont typeface="+mj-lt"/>
              <a:buAutoNum type="arabicPeriod"/>
            </a:pPr>
            <a:r>
              <a:rPr lang="en-US" sz="1200" kern="100">
                <a:ea typeface="Aptos" panose="020B0004020202020204" pitchFamily="34" charset="0"/>
                <a:cs typeface="Times New Roman" panose="02020603050405020304" pitchFamily="18" charset="0"/>
              </a:rPr>
              <a:t>Value Tracker</a:t>
            </a:r>
          </a:p>
          <a:p>
            <a:pPr marL="342900" indent="-342900">
              <a:lnSpc>
                <a:spcPct val="107000"/>
              </a:lnSpc>
              <a:spcBef>
                <a:spcPts val="0"/>
              </a:spcBef>
              <a:spcAft>
                <a:spcPts val="0"/>
              </a:spcAft>
              <a:buFont typeface="+mj-lt"/>
              <a:buAutoNum type="arabicPeriod"/>
            </a:pPr>
            <a:r>
              <a:rPr lang="en-US" sz="1200"/>
              <a:t>Case study</a:t>
            </a:r>
          </a:p>
        </p:txBody>
      </p:sp>
      <p:sp>
        <p:nvSpPr>
          <p:cNvPr id="8" name="Rectangle: Rounded Corners 7">
            <a:extLst>
              <a:ext uri="{FF2B5EF4-FFF2-40B4-BE49-F238E27FC236}">
                <a16:creationId xmlns:a16="http://schemas.microsoft.com/office/drawing/2014/main" id="{6900F407-E69A-EF01-3F80-A731C4522BCC}"/>
              </a:ext>
            </a:extLst>
          </p:cNvPr>
          <p:cNvSpPr/>
          <p:nvPr/>
        </p:nvSpPr>
        <p:spPr>
          <a:xfrm>
            <a:off x="457200" y="5943600"/>
            <a:ext cx="5212080" cy="640080"/>
          </a:xfrm>
          <a:prstGeom prst="roundRect">
            <a:avLst/>
          </a:prstGeom>
          <a:solidFill>
            <a:schemeClr val="accent5">
              <a:lumMod val="20000"/>
              <a:lumOff val="80000"/>
            </a:schemeClr>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i="1" dirty="0">
                <a:solidFill>
                  <a:schemeClr val="accent1"/>
                </a:solidFill>
              </a:rPr>
              <a:t>Criteria for success</a:t>
            </a:r>
          </a:p>
          <a:p>
            <a:pPr marL="171450" indent="-171450">
              <a:buFont typeface="Arial" panose="020B0604020202020204" pitchFamily="34" charset="0"/>
              <a:buChar char="•"/>
            </a:pPr>
            <a:r>
              <a:rPr lang="en-US" sz="1200" i="1" dirty="0">
                <a:solidFill>
                  <a:schemeClr val="accent1"/>
                </a:solidFill>
              </a:rPr>
              <a:t>Project governance scorecard updated regularly</a:t>
            </a:r>
          </a:p>
          <a:p>
            <a:pPr marL="171450" indent="-171450">
              <a:buFont typeface="Arial" panose="020B0604020202020204" pitchFamily="34" charset="0"/>
              <a:buChar char="•"/>
            </a:pPr>
            <a:r>
              <a:rPr lang="en-US" sz="1200" i="1" dirty="0">
                <a:solidFill>
                  <a:schemeClr val="accent1"/>
                </a:solidFill>
              </a:rPr>
              <a:t>Scorecard being leveraged in project governance meeting</a:t>
            </a:r>
          </a:p>
        </p:txBody>
      </p:sp>
    </p:spTree>
    <p:extLst>
      <p:ext uri="{BB962C8B-B14F-4D97-AF65-F5344CB8AC3E}">
        <p14:creationId xmlns:p14="http://schemas.microsoft.com/office/powerpoint/2010/main" val="28175847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FE16B-C238-FE0C-2666-74C5628614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A641C1-9868-6D9A-2AA9-07E9DA154F73}"/>
              </a:ext>
            </a:extLst>
          </p:cNvPr>
          <p:cNvSpPr>
            <a:spLocks noGrp="1"/>
          </p:cNvSpPr>
          <p:nvPr>
            <p:ph type="title"/>
          </p:nvPr>
        </p:nvSpPr>
        <p:spPr/>
        <p:txBody>
          <a:bodyPr/>
          <a:lstStyle/>
          <a:p>
            <a:r>
              <a:rPr lang="en-US"/>
              <a:t>Project Scorecard</a:t>
            </a:r>
          </a:p>
        </p:txBody>
      </p:sp>
      <p:sp>
        <p:nvSpPr>
          <p:cNvPr id="3" name="Text Placeholder 2">
            <a:extLst>
              <a:ext uri="{FF2B5EF4-FFF2-40B4-BE49-F238E27FC236}">
                <a16:creationId xmlns:a16="http://schemas.microsoft.com/office/drawing/2014/main" id="{D2D638E9-9391-EA1F-E393-A77FDBECF1B7}"/>
              </a:ext>
            </a:extLst>
          </p:cNvPr>
          <p:cNvSpPr>
            <a:spLocks noGrp="1"/>
          </p:cNvSpPr>
          <p:nvPr>
            <p:ph type="body" sz="quarter" idx="13"/>
          </p:nvPr>
        </p:nvSpPr>
        <p:spPr>
          <a:xfrm>
            <a:off x="1232454" y="568623"/>
            <a:ext cx="1986996" cy="317519"/>
          </a:xfrm>
        </p:spPr>
        <p:txBody>
          <a:bodyPr vert="horz" lIns="91440" tIns="45720" rIns="91440" bIns="45720" rtlCol="0" anchor="t">
            <a:noAutofit/>
          </a:bodyPr>
          <a:lstStyle/>
          <a:p>
            <a:r>
              <a:rPr lang="en-US">
                <a:latin typeface="Aptos"/>
              </a:rPr>
              <a:t>1/26/2026</a:t>
            </a:r>
            <a:endParaRPr lang="en-US"/>
          </a:p>
        </p:txBody>
      </p:sp>
      <p:graphicFrame>
        <p:nvGraphicFramePr>
          <p:cNvPr id="6" name="Table 5">
            <a:extLst>
              <a:ext uri="{FF2B5EF4-FFF2-40B4-BE49-F238E27FC236}">
                <a16:creationId xmlns:a16="http://schemas.microsoft.com/office/drawing/2014/main" id="{E84B5AD3-D7EF-1F52-83F2-F0F8DA614818}"/>
              </a:ext>
            </a:extLst>
          </p:cNvPr>
          <p:cNvGraphicFramePr>
            <a:graphicFrameLocks noGrp="1"/>
          </p:cNvGraphicFramePr>
          <p:nvPr>
            <p:extLst>
              <p:ext uri="{D42A27DB-BD31-4B8C-83A1-F6EECF244321}">
                <p14:modId xmlns:p14="http://schemas.microsoft.com/office/powerpoint/2010/main" val="1175555969"/>
              </p:ext>
            </p:extLst>
          </p:nvPr>
        </p:nvGraphicFramePr>
        <p:xfrm>
          <a:off x="302915" y="1010980"/>
          <a:ext cx="11534713" cy="3217538"/>
        </p:xfrm>
        <a:graphic>
          <a:graphicData uri="http://schemas.openxmlformats.org/drawingml/2006/table">
            <a:tbl>
              <a:tblPr firstRow="1" bandRow="1">
                <a:tableStyleId>{5C22544A-7EE6-4342-B048-85BDC9FD1C3A}</a:tableStyleId>
              </a:tblPr>
              <a:tblGrid>
                <a:gridCol w="1561222">
                  <a:extLst>
                    <a:ext uri="{9D8B030D-6E8A-4147-A177-3AD203B41FA5}">
                      <a16:colId xmlns:a16="http://schemas.microsoft.com/office/drawing/2014/main" val="2657385766"/>
                    </a:ext>
                  </a:extLst>
                </a:gridCol>
                <a:gridCol w="688774">
                  <a:extLst>
                    <a:ext uri="{9D8B030D-6E8A-4147-A177-3AD203B41FA5}">
                      <a16:colId xmlns:a16="http://schemas.microsoft.com/office/drawing/2014/main" val="309094998"/>
                    </a:ext>
                  </a:extLst>
                </a:gridCol>
                <a:gridCol w="9284717">
                  <a:extLst>
                    <a:ext uri="{9D8B030D-6E8A-4147-A177-3AD203B41FA5}">
                      <a16:colId xmlns:a16="http://schemas.microsoft.com/office/drawing/2014/main" val="1970344585"/>
                    </a:ext>
                  </a:extLst>
                </a:gridCol>
              </a:tblGrid>
              <a:tr h="345843">
                <a:tc>
                  <a:txBody>
                    <a:bodyPr/>
                    <a:lstStyle/>
                    <a:p>
                      <a:r>
                        <a:rPr lang="en-US"/>
                        <a:t>Status</a:t>
                      </a:r>
                    </a:p>
                  </a:txBody>
                  <a:tcPr>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B w="12700" cap="flat" cmpd="sng" algn="ctr">
                      <a:solidFill>
                        <a:schemeClr val="bg1">
                          <a:lumMod val="85000"/>
                        </a:schemeClr>
                      </a:solidFill>
                      <a:prstDash val="solid"/>
                      <a:round/>
                      <a:headEnd type="none" w="med" len="med"/>
                      <a:tailEnd type="none" w="med" len="med"/>
                    </a:lnB>
                  </a:tcPr>
                </a:tc>
                <a:tc>
                  <a:txBody>
                    <a:bodyPr/>
                    <a:lstStyle/>
                    <a:p>
                      <a:pPr algn="l"/>
                      <a:r>
                        <a:rPr lang="en-US"/>
                        <a:t>Notes &amp; </a:t>
                      </a:r>
                      <a:r>
                        <a:rPr lang="en-US" u="sng"/>
                        <a:t>Risks</a:t>
                      </a:r>
                    </a:p>
                  </a:txBody>
                  <a:tcPr>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635785"/>
                  </a:ext>
                </a:extLst>
              </a:tr>
              <a:tr h="274320">
                <a:tc>
                  <a:txBody>
                    <a:bodyPr/>
                    <a:lstStyle/>
                    <a:p>
                      <a:r>
                        <a:rPr lang="en-US" sz="1400"/>
                        <a:t>Scope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40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vl="0">
                        <a:buNone/>
                      </a:pPr>
                      <a:r>
                        <a:rPr lang="en-US" sz="1000" i="0"/>
                        <a:t>On track to complete what we had signed up for in the SOW. Our work has extended to other high impact areas to help mitigate impact of tariff volatility (Section 232 lookback analysis...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20330241"/>
                  </a:ext>
                </a:extLst>
              </a:tr>
              <a:tr h="274320">
                <a:tc>
                  <a:txBody>
                    <a:bodyPr/>
                    <a:lstStyle/>
                    <a:p>
                      <a:r>
                        <a:rPr lang="en-US" sz="1400"/>
                        <a:t>Timeline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40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E2E2E"/>
                          </a:solidFill>
                          <a:effectLst/>
                          <a:uLnTx/>
                          <a:uFillTx/>
                          <a:latin typeface="+mn-lt"/>
                          <a:ea typeface="+mn-ea"/>
                          <a:cs typeface="+mn-cs"/>
                        </a:rPr>
                        <a:t>On time to deliver as per contract terms</a:t>
                      </a:r>
                    </a:p>
                    <a:p>
                      <a:pPr marL="0" marR="0" lvl="0" indent="0" algn="l">
                        <a:lnSpc>
                          <a:spcPct val="100000"/>
                        </a:lnSpc>
                        <a:spcBef>
                          <a:spcPts val="0"/>
                        </a:spcBef>
                        <a:spcAft>
                          <a:spcPts val="0"/>
                        </a:spcAft>
                        <a:buNone/>
                      </a:pPr>
                      <a:endParaRPr kumimoji="0" lang="en-US" sz="1000" b="0" i="0" u="none" strike="noStrike" kern="1200" cap="none" spc="0" normalizeH="0" baseline="0" noProof="0">
                        <a:ln>
                          <a:noFill/>
                        </a:ln>
                        <a:solidFill>
                          <a:srgbClr val="2E2E2E"/>
                        </a:solidFill>
                        <a:effectLst/>
                        <a:uLnTx/>
                        <a:uFillTx/>
                        <a:latin typeface="+mn-lt"/>
                        <a:ea typeface="+mn-ea"/>
                        <a:cs typeface="+mn-cs"/>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02015541"/>
                  </a:ext>
                </a:extLst>
              </a:tr>
              <a:tr h="274320">
                <a:tc>
                  <a:txBody>
                    <a:bodyPr/>
                    <a:lstStyle/>
                    <a:p>
                      <a:r>
                        <a:rPr lang="en-US" sz="1400"/>
                        <a:t>Budget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40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r>
                        <a:rPr lang="en-US" sz="1000"/>
                        <a:t>Pending SOW. but the client has verbally approved an additional budget.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69861268"/>
                  </a:ext>
                </a:extLst>
              </a:tr>
              <a:tr h="274320">
                <a:tc>
                  <a:txBody>
                    <a:bodyPr/>
                    <a:lstStyle/>
                    <a:p>
                      <a:r>
                        <a:rPr lang="en-US" sz="1400"/>
                        <a:t>Client Sat.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40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vl="0">
                        <a:buNone/>
                      </a:pPr>
                      <a:r>
                        <a:rPr lang="en-US" sz="1100" i="0"/>
                        <a:t>The client has a high level of trust in us and is extremely satisfied with the quality of work we deliver, especially in the current tariff conditions.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76688204"/>
                  </a:ext>
                </a:extLst>
              </a:tr>
              <a:tr h="653785">
                <a:tc>
                  <a:txBody>
                    <a:bodyPr/>
                    <a:lstStyle/>
                    <a:p>
                      <a:r>
                        <a:rPr lang="en-US" sz="1400"/>
                        <a:t>Kaizen Team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40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solidFill>
                      <a:schemeClr val="bg1"/>
                    </a:solidFill>
                  </a:tcPr>
                </a:tc>
                <a:tc>
                  <a:txBody>
                    <a:bodyPr/>
                    <a:lstStyle/>
                    <a:p>
                      <a:r>
                        <a:rPr lang="en-US" sz="1000" b="0" i="0" baseline="0"/>
                        <a:t>All members are fully allocated: Nikhil, Abul, John, Austin, Teja.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baseline="0"/>
                        <a:t>Pradeep , Jay, (limited time)</a:t>
                      </a:r>
                    </a:p>
                    <a:p>
                      <a:endParaRPr lang="en-US" sz="1000" b="0" i="0" baseline="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21422126"/>
                  </a:ext>
                </a:extLst>
              </a:tr>
              <a:tr h="795913">
                <a:tc>
                  <a:txBody>
                    <a:bodyPr/>
                    <a:lstStyle/>
                    <a:p>
                      <a:r>
                        <a:rPr lang="en-US" sz="1400"/>
                        <a:t>Pursuits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40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US" sz="1000" i="1" kern="1200" baseline="0">
                          <a:solidFill>
                            <a:schemeClr val="dk1"/>
                          </a:solidFill>
                          <a:latin typeface="+mn-lt"/>
                          <a:ea typeface="+mn-ea"/>
                          <a:cs typeface="+mn-cs"/>
                        </a:rPr>
                        <a:t>FTZ strategy </a:t>
                      </a:r>
                      <a:r>
                        <a:rPr lang="en-US" sz="1000" i="1" kern="1200" baseline="0">
                          <a:solidFill>
                            <a:schemeClr val="dk1"/>
                          </a:solidFill>
                          <a:latin typeface="+mn-lt"/>
                          <a:ea typeface="+mn-ea"/>
                          <a:cs typeface="+mn-cs"/>
                          <a:sym typeface="Wingdings" panose="05000000000000000000" pitchFamily="2" charset="2"/>
                        </a:rPr>
                        <a:t> conversion to implementation. High velocity project.  Pending approval for FY26 extension and initial discussions on the FY27 project plan</a:t>
                      </a:r>
                    </a:p>
                    <a:p>
                      <a:pPr marL="171450" indent="-171450">
                        <a:buFont typeface="Arial" panose="020B0604020202020204" pitchFamily="34" charset="0"/>
                        <a:buChar char="•"/>
                      </a:pPr>
                      <a:r>
                        <a:rPr lang="en-US" sz="1000" i="1" kern="1200" baseline="0">
                          <a:solidFill>
                            <a:schemeClr val="dk1"/>
                          </a:solidFill>
                          <a:latin typeface="+mn-lt"/>
                          <a:ea typeface="+mn-ea"/>
                          <a:cs typeface="+mn-cs"/>
                          <a:sym typeface="Wingdings" panose="05000000000000000000" pitchFamily="2" charset="2"/>
                        </a:rPr>
                        <a:t>Support for Control Tower platform  envision project proposal for FY27 Tariff Platform work in alignment with Magellan 2.0 Toyota initiative</a:t>
                      </a:r>
                    </a:p>
                    <a:p>
                      <a:pPr marL="171450" indent="-171450">
                        <a:buFont typeface="Arial" panose="020B0604020202020204" pitchFamily="34" charset="0"/>
                        <a:buChar char="•"/>
                      </a:pPr>
                      <a:r>
                        <a:rPr lang="en-US" sz="1000" i="1" kern="1200" baseline="0">
                          <a:solidFill>
                            <a:schemeClr val="dk1"/>
                          </a:solidFill>
                          <a:latin typeface="+mn-lt"/>
                          <a:ea typeface="+mn-ea"/>
                          <a:cs typeface="+mn-cs"/>
                          <a:sym typeface="Wingdings" panose="05000000000000000000" pitchFamily="2" charset="2"/>
                        </a:rPr>
                        <a:t>Confident of FY27 extension</a:t>
                      </a:r>
                    </a:p>
                    <a:p>
                      <a:pPr marL="171450" indent="-171450">
                        <a:buFont typeface="Arial" panose="020B0604020202020204" pitchFamily="34" charset="0"/>
                        <a:buChar char="•"/>
                      </a:pPr>
                      <a:r>
                        <a:rPr lang="en-US" sz="1000" i="1" kern="1200" baseline="0">
                          <a:solidFill>
                            <a:schemeClr val="dk1"/>
                          </a:solidFill>
                          <a:latin typeface="+mn-lt"/>
                          <a:ea typeface="+mn-ea"/>
                          <a:cs typeface="+mn-cs"/>
                        </a:rPr>
                        <a:t>Approval of Additional Budget for FY26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9257976"/>
                  </a:ext>
                </a:extLst>
              </a:tr>
            </a:tbl>
          </a:graphicData>
        </a:graphic>
      </p:graphicFrame>
      <p:sp>
        <p:nvSpPr>
          <p:cNvPr id="7" name="Oval 6">
            <a:extLst>
              <a:ext uri="{FF2B5EF4-FFF2-40B4-BE49-F238E27FC236}">
                <a16:creationId xmlns:a16="http://schemas.microsoft.com/office/drawing/2014/main" id="{22937E62-EE85-BFCD-DDCB-E1809485A7F1}"/>
              </a:ext>
            </a:extLst>
          </p:cNvPr>
          <p:cNvSpPr/>
          <p:nvPr/>
        </p:nvSpPr>
        <p:spPr>
          <a:xfrm>
            <a:off x="2014242" y="1087180"/>
            <a:ext cx="232329" cy="232329"/>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F3F58FD-17EF-5C24-63A7-C437EDAE4714}"/>
              </a:ext>
            </a:extLst>
          </p:cNvPr>
          <p:cNvSpPr/>
          <p:nvPr/>
        </p:nvSpPr>
        <p:spPr>
          <a:xfrm>
            <a:off x="2014241" y="1411712"/>
            <a:ext cx="232329" cy="232329"/>
          </a:xfrm>
          <a:prstGeom prst="ellipse">
            <a:avLst/>
          </a:prstGeom>
          <a:solidFill>
            <a:srgbClr val="92D05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5BF7513-160C-4970-B33A-80E407A4C427}"/>
              </a:ext>
            </a:extLst>
          </p:cNvPr>
          <p:cNvSpPr/>
          <p:nvPr/>
        </p:nvSpPr>
        <p:spPr>
          <a:xfrm>
            <a:off x="2014242" y="1807354"/>
            <a:ext cx="232329" cy="232329"/>
          </a:xfrm>
          <a:prstGeom prst="ellipse">
            <a:avLst/>
          </a:prstGeom>
          <a:solidFill>
            <a:srgbClr val="92D05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C133D37-51C0-BAE9-9F9E-B92BD015A574}"/>
              </a:ext>
            </a:extLst>
          </p:cNvPr>
          <p:cNvSpPr/>
          <p:nvPr/>
        </p:nvSpPr>
        <p:spPr>
          <a:xfrm>
            <a:off x="11183052" y="759601"/>
            <a:ext cx="232329" cy="232329"/>
          </a:xfrm>
          <a:prstGeom prst="ellipse">
            <a:avLst/>
          </a:prstGeom>
          <a:solidFill>
            <a:srgbClr val="92D05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69FC8233-8EF8-AF69-732D-E4F5CF7A273B}"/>
              </a:ext>
            </a:extLst>
          </p:cNvPr>
          <p:cNvSpPr/>
          <p:nvPr/>
        </p:nvSpPr>
        <p:spPr>
          <a:xfrm>
            <a:off x="10927908" y="759601"/>
            <a:ext cx="232329" cy="232329"/>
          </a:xfrm>
          <a:prstGeom prst="ellipse">
            <a:avLst/>
          </a:prstGeom>
          <a:solidFill>
            <a:srgbClr val="FFFF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E5BC951-611C-737F-CFAE-461405CFE1A8}"/>
              </a:ext>
            </a:extLst>
          </p:cNvPr>
          <p:cNvSpPr/>
          <p:nvPr/>
        </p:nvSpPr>
        <p:spPr>
          <a:xfrm>
            <a:off x="10663239" y="759601"/>
            <a:ext cx="232329" cy="232329"/>
          </a:xfrm>
          <a:prstGeom prst="ellipse">
            <a:avLst/>
          </a:prstGeom>
          <a:solidFill>
            <a:srgbClr val="FF00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576501E-3931-A42C-E2A1-03D2C802A70A}"/>
              </a:ext>
            </a:extLst>
          </p:cNvPr>
          <p:cNvSpPr/>
          <p:nvPr/>
        </p:nvSpPr>
        <p:spPr>
          <a:xfrm>
            <a:off x="295025" y="5063386"/>
            <a:ext cx="5264151" cy="14630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3653A0E-040C-874B-DF64-EA27414F40F5}"/>
              </a:ext>
            </a:extLst>
          </p:cNvPr>
          <p:cNvSpPr txBox="1"/>
          <p:nvPr/>
        </p:nvSpPr>
        <p:spPr>
          <a:xfrm>
            <a:off x="0" y="4442041"/>
            <a:ext cx="4873037" cy="307777"/>
          </a:xfrm>
          <a:prstGeom prst="rect">
            <a:avLst/>
          </a:prstGeom>
          <a:noFill/>
        </p:spPr>
        <p:txBody>
          <a:bodyPr wrap="square" rtlCol="0">
            <a:spAutoFit/>
          </a:bodyPr>
          <a:lstStyle/>
          <a:p>
            <a:r>
              <a:rPr lang="en-US" sz="1400" b="1">
                <a:solidFill>
                  <a:schemeClr val="accent1"/>
                </a:solidFill>
              </a:rPr>
              <a:t>Upcoming Project Milestones &amp; Recent Accomplishments</a:t>
            </a:r>
          </a:p>
        </p:txBody>
      </p:sp>
      <p:graphicFrame>
        <p:nvGraphicFramePr>
          <p:cNvPr id="16" name="Table 15">
            <a:extLst>
              <a:ext uri="{FF2B5EF4-FFF2-40B4-BE49-F238E27FC236}">
                <a16:creationId xmlns:a16="http://schemas.microsoft.com/office/drawing/2014/main" id="{9F48CB8D-4636-6D7E-0515-C4D0A963F7D4}"/>
              </a:ext>
            </a:extLst>
          </p:cNvPr>
          <p:cNvGraphicFramePr>
            <a:graphicFrameLocks noGrp="1"/>
          </p:cNvGraphicFramePr>
          <p:nvPr>
            <p:extLst>
              <p:ext uri="{D42A27DB-BD31-4B8C-83A1-F6EECF244321}">
                <p14:modId xmlns:p14="http://schemas.microsoft.com/office/powerpoint/2010/main" val="1416236050"/>
              </p:ext>
            </p:extLst>
          </p:nvPr>
        </p:nvGraphicFramePr>
        <p:xfrm>
          <a:off x="295024" y="4787917"/>
          <a:ext cx="5264151" cy="1752600"/>
        </p:xfrm>
        <a:graphic>
          <a:graphicData uri="http://schemas.openxmlformats.org/drawingml/2006/table">
            <a:tbl>
              <a:tblPr firstRow="1" bandRow="1">
                <a:tableStyleId>{5C22544A-7EE6-4342-B048-85BDC9FD1C3A}</a:tableStyleId>
              </a:tblPr>
              <a:tblGrid>
                <a:gridCol w="2008471">
                  <a:extLst>
                    <a:ext uri="{9D8B030D-6E8A-4147-A177-3AD203B41FA5}">
                      <a16:colId xmlns:a16="http://schemas.microsoft.com/office/drawing/2014/main" val="2894121882"/>
                    </a:ext>
                  </a:extLst>
                </a:gridCol>
                <a:gridCol w="502861">
                  <a:extLst>
                    <a:ext uri="{9D8B030D-6E8A-4147-A177-3AD203B41FA5}">
                      <a16:colId xmlns:a16="http://schemas.microsoft.com/office/drawing/2014/main" val="1115845685"/>
                    </a:ext>
                  </a:extLst>
                </a:gridCol>
                <a:gridCol w="2752819">
                  <a:extLst>
                    <a:ext uri="{9D8B030D-6E8A-4147-A177-3AD203B41FA5}">
                      <a16:colId xmlns:a16="http://schemas.microsoft.com/office/drawing/2014/main" val="3690809686"/>
                    </a:ext>
                  </a:extLst>
                </a:gridCol>
              </a:tblGrid>
              <a:tr h="0">
                <a:tc>
                  <a:txBody>
                    <a:bodyPr/>
                    <a:lstStyle/>
                    <a:p>
                      <a:r>
                        <a:rPr lang="en-US" sz="1000"/>
                        <a:t>Milestone</a:t>
                      </a:r>
                    </a:p>
                  </a:txBody>
                  <a:tcPr/>
                </a:tc>
                <a:tc>
                  <a:txBody>
                    <a:bodyPr/>
                    <a:lstStyle/>
                    <a:p>
                      <a:r>
                        <a:rPr lang="en-US" sz="1000"/>
                        <a:t>Date</a:t>
                      </a:r>
                    </a:p>
                  </a:txBody>
                  <a:tcPr/>
                </a:tc>
                <a:tc>
                  <a:txBody>
                    <a:bodyPr/>
                    <a:lstStyle/>
                    <a:p>
                      <a:r>
                        <a:rPr lang="en-US" sz="1000"/>
                        <a:t>Notes</a:t>
                      </a:r>
                    </a:p>
                  </a:txBody>
                  <a:tcPr/>
                </a:tc>
                <a:extLst>
                  <a:ext uri="{0D108BD9-81ED-4DB2-BD59-A6C34878D82A}">
                    <a16:rowId xmlns:a16="http://schemas.microsoft.com/office/drawing/2014/main" val="2252438135"/>
                  </a:ext>
                </a:extLst>
              </a:tr>
              <a:tr h="157639">
                <a:tc>
                  <a:txBody>
                    <a:bodyPr/>
                    <a:lstStyle/>
                    <a:p>
                      <a:r>
                        <a:rPr lang="en-US" sz="900"/>
                        <a:t>Completed monthly refresh of </a:t>
                      </a:r>
                      <a:r>
                        <a:rPr lang="en-US" sz="900" err="1"/>
                        <a:t>TradeVault</a:t>
                      </a:r>
                      <a:r>
                        <a:rPr lang="en-US" sz="900"/>
                        <a:t> and initiated regular monthly activities </a:t>
                      </a:r>
                    </a:p>
                  </a:txBody>
                  <a:tcPr/>
                </a:tc>
                <a:tc>
                  <a:txBody>
                    <a:bodyPr/>
                    <a:lstStyle/>
                    <a:p>
                      <a:r>
                        <a:rPr lang="en-US" sz="900"/>
                        <a:t>1/15</a:t>
                      </a:r>
                    </a:p>
                  </a:txBody>
                  <a:tcPr/>
                </a:tc>
                <a:tc>
                  <a:txBody>
                    <a:bodyPr/>
                    <a:lstStyle/>
                    <a:p>
                      <a:r>
                        <a:rPr lang="en-US" sz="900"/>
                        <a:t>DEC ACE and broker data integration (imports of $ 4 B, and exports), duty payment report, other standardized output</a:t>
                      </a:r>
                    </a:p>
                  </a:txBody>
                  <a:tcPr/>
                </a:tc>
                <a:extLst>
                  <a:ext uri="{0D108BD9-81ED-4DB2-BD59-A6C34878D82A}">
                    <a16:rowId xmlns:a16="http://schemas.microsoft.com/office/drawing/2014/main" val="10001"/>
                  </a:ext>
                </a:extLst>
              </a:tr>
              <a:tr h="157639">
                <a:tc>
                  <a:txBody>
                    <a:bodyPr/>
                    <a:lstStyle/>
                    <a:p>
                      <a:r>
                        <a:rPr lang="en-US" sz="900"/>
                        <a:t>Section 232 Tariff Lookback Analysis</a:t>
                      </a:r>
                    </a:p>
                  </a:txBody>
                  <a:tcPr/>
                </a:tc>
                <a:tc>
                  <a:txBody>
                    <a:bodyPr/>
                    <a:lstStyle/>
                    <a:p>
                      <a:r>
                        <a:rPr lang="en-US" sz="900"/>
                        <a:t>1/26</a:t>
                      </a:r>
                    </a:p>
                  </a:txBody>
                  <a:tcPr/>
                </a:tc>
                <a:tc>
                  <a:txBody>
                    <a:bodyPr/>
                    <a:lstStyle/>
                    <a:p>
                      <a:r>
                        <a:rPr lang="en-US" sz="900"/>
                        <a:t>Kaizen identified savings of $ 18 m for Mar ’25. Produced executive dashboard for Peter and other senior Toyota execs</a:t>
                      </a:r>
                    </a:p>
                  </a:txBody>
                  <a:tcPr/>
                </a:tc>
                <a:extLst>
                  <a:ext uri="{0D108BD9-81ED-4DB2-BD59-A6C34878D82A}">
                    <a16:rowId xmlns:a16="http://schemas.microsoft.com/office/drawing/2014/main" val="2787976652"/>
                  </a:ext>
                </a:extLst>
              </a:tr>
              <a:tr h="157639">
                <a:tc>
                  <a:txBody>
                    <a:bodyPr/>
                    <a:lstStyle/>
                    <a:p>
                      <a:r>
                        <a:rPr lang="en-US" sz="900"/>
                        <a:t>Enhanced Duty Payment Reports</a:t>
                      </a:r>
                    </a:p>
                  </a:txBody>
                  <a:tcPr/>
                </a:tc>
                <a:tc>
                  <a:txBody>
                    <a:bodyPr/>
                    <a:lstStyle/>
                    <a:p>
                      <a:r>
                        <a:rPr lang="en-US" sz="900"/>
                        <a:t>1/26</a:t>
                      </a:r>
                    </a:p>
                  </a:txBody>
                  <a:tcPr/>
                </a:tc>
                <a:tc>
                  <a:txBody>
                    <a:bodyPr/>
                    <a:lstStyle/>
                    <a:p>
                      <a:r>
                        <a:rPr lang="en-US" sz="900"/>
                        <a:t>Facilitating tariff impact analysis by different Toyota groups – CTC, Accounting, Purchasing, Supplier Services, and more</a:t>
                      </a:r>
                    </a:p>
                  </a:txBody>
                  <a:tcPr/>
                </a:tc>
                <a:extLst>
                  <a:ext uri="{0D108BD9-81ED-4DB2-BD59-A6C34878D82A}">
                    <a16:rowId xmlns:a16="http://schemas.microsoft.com/office/drawing/2014/main" val="3607921447"/>
                  </a:ext>
                </a:extLst>
              </a:tr>
            </a:tbl>
          </a:graphicData>
        </a:graphic>
      </p:graphicFrame>
      <p:sp>
        <p:nvSpPr>
          <p:cNvPr id="18" name="Rectangle 17">
            <a:extLst>
              <a:ext uri="{FF2B5EF4-FFF2-40B4-BE49-F238E27FC236}">
                <a16:creationId xmlns:a16="http://schemas.microsoft.com/office/drawing/2014/main" id="{E9A8DABE-A796-D3EA-0BB1-20A0BD192C63}"/>
              </a:ext>
            </a:extLst>
          </p:cNvPr>
          <p:cNvSpPr/>
          <p:nvPr/>
        </p:nvSpPr>
        <p:spPr>
          <a:xfrm>
            <a:off x="6013865" y="5062731"/>
            <a:ext cx="5823762" cy="14630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37A2EBE0-7B35-527E-C5C1-5ECC636452F1}"/>
              </a:ext>
            </a:extLst>
          </p:cNvPr>
          <p:cNvSpPr txBox="1"/>
          <p:nvPr/>
        </p:nvSpPr>
        <p:spPr>
          <a:xfrm>
            <a:off x="6013865" y="4442040"/>
            <a:ext cx="4873037" cy="307777"/>
          </a:xfrm>
          <a:prstGeom prst="rect">
            <a:avLst/>
          </a:prstGeom>
          <a:noFill/>
        </p:spPr>
        <p:txBody>
          <a:bodyPr wrap="square" rtlCol="0">
            <a:spAutoFit/>
          </a:bodyPr>
          <a:lstStyle/>
          <a:p>
            <a:r>
              <a:rPr lang="en-US" sz="1400" b="1">
                <a:solidFill>
                  <a:schemeClr val="accent1"/>
                </a:solidFill>
              </a:rPr>
              <a:t>PDP Checklist</a:t>
            </a:r>
          </a:p>
        </p:txBody>
      </p:sp>
      <p:graphicFrame>
        <p:nvGraphicFramePr>
          <p:cNvPr id="20" name="Table 19">
            <a:extLst>
              <a:ext uri="{FF2B5EF4-FFF2-40B4-BE49-F238E27FC236}">
                <a16:creationId xmlns:a16="http://schemas.microsoft.com/office/drawing/2014/main" id="{6A024C0F-3635-C496-2330-DB75DCDD88FE}"/>
              </a:ext>
            </a:extLst>
          </p:cNvPr>
          <p:cNvGraphicFramePr>
            <a:graphicFrameLocks noGrp="1"/>
          </p:cNvGraphicFramePr>
          <p:nvPr>
            <p:extLst>
              <p:ext uri="{D42A27DB-BD31-4B8C-83A1-F6EECF244321}">
                <p14:modId xmlns:p14="http://schemas.microsoft.com/office/powerpoint/2010/main" val="2693899010"/>
              </p:ext>
            </p:extLst>
          </p:nvPr>
        </p:nvGraphicFramePr>
        <p:xfrm>
          <a:off x="6013865" y="4749817"/>
          <a:ext cx="5527530" cy="1828800"/>
        </p:xfrm>
        <a:graphic>
          <a:graphicData uri="http://schemas.openxmlformats.org/drawingml/2006/table">
            <a:tbl>
              <a:tblPr firstRow="1" bandRow="1">
                <a:tableStyleId>{5C22544A-7EE6-4342-B048-85BDC9FD1C3A}</a:tableStyleId>
              </a:tblPr>
              <a:tblGrid>
                <a:gridCol w="1625956">
                  <a:extLst>
                    <a:ext uri="{9D8B030D-6E8A-4147-A177-3AD203B41FA5}">
                      <a16:colId xmlns:a16="http://schemas.microsoft.com/office/drawing/2014/main" val="2894121882"/>
                    </a:ext>
                  </a:extLst>
                </a:gridCol>
                <a:gridCol w="1181265">
                  <a:extLst>
                    <a:ext uri="{9D8B030D-6E8A-4147-A177-3AD203B41FA5}">
                      <a16:colId xmlns:a16="http://schemas.microsoft.com/office/drawing/2014/main" val="1115845685"/>
                    </a:ext>
                  </a:extLst>
                </a:gridCol>
                <a:gridCol w="2720309">
                  <a:extLst>
                    <a:ext uri="{9D8B030D-6E8A-4147-A177-3AD203B41FA5}">
                      <a16:colId xmlns:a16="http://schemas.microsoft.com/office/drawing/2014/main" val="3690809686"/>
                    </a:ext>
                  </a:extLst>
                </a:gridCol>
              </a:tblGrid>
              <a:tr h="157639">
                <a:tc>
                  <a:txBody>
                    <a:bodyPr/>
                    <a:lstStyle/>
                    <a:p>
                      <a:r>
                        <a:rPr lang="en-US" sz="1000"/>
                        <a:t>Agreed-upon Objects</a:t>
                      </a:r>
                    </a:p>
                  </a:txBody>
                  <a:tcPr/>
                </a:tc>
                <a:tc>
                  <a:txBody>
                    <a:bodyPr/>
                    <a:lstStyle/>
                    <a:p>
                      <a:r>
                        <a:rPr lang="en-US" sz="1000"/>
                        <a:t>Last Reviewed</a:t>
                      </a:r>
                    </a:p>
                  </a:txBody>
                  <a:tcPr/>
                </a:tc>
                <a:tc>
                  <a:txBody>
                    <a:bodyPr/>
                    <a:lstStyle/>
                    <a:p>
                      <a:r>
                        <a:rPr lang="en-US" sz="1000"/>
                        <a:t>Notes</a:t>
                      </a:r>
                    </a:p>
                  </a:txBody>
                  <a:tcPr/>
                </a:tc>
                <a:extLst>
                  <a:ext uri="{0D108BD9-81ED-4DB2-BD59-A6C34878D82A}">
                    <a16:rowId xmlns:a16="http://schemas.microsoft.com/office/drawing/2014/main" val="2252438135"/>
                  </a:ext>
                </a:extLst>
              </a:tr>
              <a:tr h="157639">
                <a:tc>
                  <a:txBody>
                    <a:bodyPr/>
                    <a:lstStyle/>
                    <a:p>
                      <a:pPr lvl="0">
                        <a:buNone/>
                      </a:pPr>
                      <a:r>
                        <a:rPr lang="en-US" sz="1000"/>
                        <a:t>E2E</a:t>
                      </a:r>
                    </a:p>
                  </a:txBody>
                  <a:tcPr/>
                </a:tc>
                <a:tc>
                  <a:txBody>
                    <a:bodyPr/>
                    <a:lstStyle/>
                    <a:p>
                      <a:r>
                        <a:rPr lang="en-US" sz="1000"/>
                        <a:t>Jan 2026</a:t>
                      </a:r>
                    </a:p>
                  </a:txBody>
                  <a:tcPr/>
                </a:tc>
                <a:tc>
                  <a:txBody>
                    <a:bodyPr/>
                    <a:lstStyle/>
                    <a:p>
                      <a:r>
                        <a:rPr lang="en-US" sz="1000">
                          <a:hlinkClick r:id="rId3"/>
                        </a:rPr>
                        <a:t>TradeVault Playbook: Lucidchart</a:t>
                      </a:r>
                      <a:endParaRPr lang="en-US" sz="1000"/>
                    </a:p>
                  </a:txBody>
                  <a:tcPr/>
                </a:tc>
                <a:extLst>
                  <a:ext uri="{0D108BD9-81ED-4DB2-BD59-A6C34878D82A}">
                    <a16:rowId xmlns:a16="http://schemas.microsoft.com/office/drawing/2014/main" val="2787976652"/>
                  </a:ext>
                </a:extLst>
              </a:tr>
              <a:tr h="157639">
                <a:tc>
                  <a:txBody>
                    <a:bodyPr/>
                    <a:lstStyle/>
                    <a:p>
                      <a:r>
                        <a:rPr lang="en-US" sz="1000"/>
                        <a:t>Value Tracker</a:t>
                      </a:r>
                    </a:p>
                  </a:txBody>
                  <a:tcPr/>
                </a:tc>
                <a:tc>
                  <a:txBody>
                    <a:bodyPr/>
                    <a:lstStyle/>
                    <a:p>
                      <a:r>
                        <a:rPr lang="en-US" sz="1000"/>
                        <a:t>Jan 2026</a:t>
                      </a:r>
                    </a:p>
                  </a:txBody>
                  <a:tcPr/>
                </a:tc>
                <a:tc>
                  <a:txBody>
                    <a:bodyPr/>
                    <a:lstStyle/>
                    <a:p>
                      <a:r>
                        <a:rPr lang="en-US" sz="1000"/>
                        <a:t>Updating monthly based on changing tariffs</a:t>
                      </a:r>
                    </a:p>
                    <a:p>
                      <a:pPr lvl="0">
                        <a:buNone/>
                      </a:pPr>
                      <a:r>
                        <a:rPr lang="en-US" sz="1000" b="0" i="0" u="none" strike="noStrike" noProof="0">
                          <a:latin typeface="Aptos"/>
                          <a:hlinkClick r:id="rId4"/>
                        </a:rPr>
                        <a:t>TradeVaultProject_BenefitsTracker_.xlsx</a:t>
                      </a:r>
                      <a:endParaRPr lang="en-US" b="0" i="0" u="none" strike="noStrike" noProof="0">
                        <a:latin typeface="Aptos"/>
                        <a:hlinkClick r:id="rId4"/>
                      </a:endParaRPr>
                    </a:p>
                  </a:txBody>
                  <a:tcPr/>
                </a:tc>
                <a:extLst>
                  <a:ext uri="{0D108BD9-81ED-4DB2-BD59-A6C34878D82A}">
                    <a16:rowId xmlns:a16="http://schemas.microsoft.com/office/drawing/2014/main" val="2075737296"/>
                  </a:ext>
                </a:extLst>
              </a:tr>
              <a:tr h="157639">
                <a:tc>
                  <a:txBody>
                    <a:bodyPr/>
                    <a:lstStyle/>
                    <a:p>
                      <a:r>
                        <a:rPr lang="en-US" sz="1000"/>
                        <a:t>Technical Solution Architecture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t>Jan 2026</a:t>
                      </a:r>
                    </a:p>
                    <a:p>
                      <a:endParaRPr lang="en-US" sz="1000"/>
                    </a:p>
                  </a:txBody>
                  <a:tcPr/>
                </a:tc>
                <a:tc>
                  <a:txBody>
                    <a:bodyPr/>
                    <a:lstStyle/>
                    <a:p>
                      <a:r>
                        <a:rPr lang="en-US" sz="1000">
                          <a:hlinkClick r:id="rId5"/>
                        </a:rPr>
                        <a:t>TradeVault_Architecture.pptx</a:t>
                      </a:r>
                      <a:endParaRPr lang="en-US" sz="1000"/>
                    </a:p>
                  </a:txBody>
                  <a:tcPr/>
                </a:tc>
                <a:extLst>
                  <a:ext uri="{0D108BD9-81ED-4DB2-BD59-A6C34878D82A}">
                    <a16:rowId xmlns:a16="http://schemas.microsoft.com/office/drawing/2014/main" val="3607921447"/>
                  </a:ext>
                </a:extLst>
              </a:tr>
              <a:tr h="157639">
                <a:tc>
                  <a:txBody>
                    <a:bodyPr/>
                    <a:lstStyle/>
                    <a:p>
                      <a:r>
                        <a:rPr lang="en-US" sz="1000"/>
                        <a:t>JIRA Board</a:t>
                      </a:r>
                    </a:p>
                  </a:txBody>
                  <a:tcPr/>
                </a:tc>
                <a:tc>
                  <a:txBody>
                    <a:bodyPr/>
                    <a:lstStyle/>
                    <a:p>
                      <a:r>
                        <a:rPr lang="en-US" sz="1000"/>
                        <a:t>Dec 22, 2025</a:t>
                      </a:r>
                    </a:p>
                  </a:txBody>
                  <a:tcPr/>
                </a:tc>
                <a:tc>
                  <a:txBody>
                    <a:bodyPr/>
                    <a:lstStyle/>
                    <a:p>
                      <a:r>
                        <a:rPr lang="en-US" sz="1000"/>
                        <a:t>JIRA board being maintained for Kaizen activities on Toyota side</a:t>
                      </a:r>
                      <a:r>
                        <a:rPr lang="en-US" sz="1000">
                          <a:hlinkClick r:id="rId6"/>
                        </a:rPr>
                        <a:t>Summary - TradeVault - Jira</a:t>
                      </a:r>
                      <a:endParaRPr lang="en-US" sz="1000"/>
                    </a:p>
                  </a:txBody>
                  <a:tcPr/>
                </a:tc>
                <a:extLst>
                  <a:ext uri="{0D108BD9-81ED-4DB2-BD59-A6C34878D82A}">
                    <a16:rowId xmlns:a16="http://schemas.microsoft.com/office/drawing/2014/main" val="1837624677"/>
                  </a:ext>
                </a:extLst>
              </a:tr>
            </a:tbl>
          </a:graphicData>
        </a:graphic>
      </p:graphicFrame>
      <p:sp>
        <p:nvSpPr>
          <p:cNvPr id="5" name="Oval 4">
            <a:extLst>
              <a:ext uri="{FF2B5EF4-FFF2-40B4-BE49-F238E27FC236}">
                <a16:creationId xmlns:a16="http://schemas.microsoft.com/office/drawing/2014/main" id="{A70985A1-BA9C-A1B3-1819-7A499FFA8F9A}"/>
              </a:ext>
            </a:extLst>
          </p:cNvPr>
          <p:cNvSpPr/>
          <p:nvPr/>
        </p:nvSpPr>
        <p:spPr>
          <a:xfrm>
            <a:off x="1991581" y="2545467"/>
            <a:ext cx="232329" cy="232329"/>
          </a:xfrm>
          <a:prstGeom prst="ellipse">
            <a:avLst/>
          </a:prstGeom>
          <a:solidFill>
            <a:srgbClr val="92D05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02FF7B1-13F5-CA32-4BEE-668D6184EAEA}"/>
              </a:ext>
            </a:extLst>
          </p:cNvPr>
          <p:cNvSpPr/>
          <p:nvPr/>
        </p:nvSpPr>
        <p:spPr>
          <a:xfrm>
            <a:off x="1978389" y="2991319"/>
            <a:ext cx="232329" cy="232329"/>
          </a:xfrm>
          <a:prstGeom prst="ellipse">
            <a:avLst/>
          </a:prstGeom>
          <a:solidFill>
            <a:srgbClr val="92D05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C2D78351-D289-3A7A-82C2-9696FB47ABC6}"/>
              </a:ext>
            </a:extLst>
          </p:cNvPr>
          <p:cNvSpPr/>
          <p:nvPr/>
        </p:nvSpPr>
        <p:spPr>
          <a:xfrm>
            <a:off x="1993623" y="3643928"/>
            <a:ext cx="232329" cy="232329"/>
          </a:xfrm>
          <a:prstGeom prst="ellipse">
            <a:avLst/>
          </a:prstGeom>
          <a:solidFill>
            <a:srgbClr val="92D05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304AF67-C926-9884-395F-C8E2FD1D783D}"/>
              </a:ext>
            </a:extLst>
          </p:cNvPr>
          <p:cNvSpPr/>
          <p:nvPr/>
        </p:nvSpPr>
        <p:spPr>
          <a:xfrm>
            <a:off x="8934450" y="171450"/>
            <a:ext cx="2724150" cy="4633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Trade Vault</a:t>
            </a:r>
          </a:p>
        </p:txBody>
      </p:sp>
      <p:sp>
        <p:nvSpPr>
          <p:cNvPr id="15" name="Oval 14">
            <a:extLst>
              <a:ext uri="{FF2B5EF4-FFF2-40B4-BE49-F238E27FC236}">
                <a16:creationId xmlns:a16="http://schemas.microsoft.com/office/drawing/2014/main" id="{70E79C5F-148D-EFD5-ADC2-7F2E9ADFFAA9}"/>
              </a:ext>
            </a:extLst>
          </p:cNvPr>
          <p:cNvSpPr/>
          <p:nvPr/>
        </p:nvSpPr>
        <p:spPr>
          <a:xfrm>
            <a:off x="1991580" y="2187449"/>
            <a:ext cx="232329" cy="232329"/>
          </a:xfrm>
          <a:prstGeom prst="ellipse">
            <a:avLst/>
          </a:prstGeom>
          <a:solidFill>
            <a:srgbClr val="FF00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4956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B8F99-B681-2FD2-B89C-57CB1541A981}"/>
              </a:ext>
            </a:extLst>
          </p:cNvPr>
          <p:cNvSpPr>
            <a:spLocks noGrp="1"/>
          </p:cNvSpPr>
          <p:nvPr>
            <p:ph type="title"/>
          </p:nvPr>
        </p:nvSpPr>
        <p:spPr/>
        <p:txBody>
          <a:bodyPr/>
          <a:lstStyle/>
          <a:p>
            <a:r>
              <a:rPr lang="en-US"/>
              <a:t>Project Governance Scorecard</a:t>
            </a:r>
          </a:p>
        </p:txBody>
      </p:sp>
      <p:sp>
        <p:nvSpPr>
          <p:cNvPr id="3" name="Text Placeholder 2">
            <a:extLst>
              <a:ext uri="{FF2B5EF4-FFF2-40B4-BE49-F238E27FC236}">
                <a16:creationId xmlns:a16="http://schemas.microsoft.com/office/drawing/2014/main" id="{B8550AD1-7B04-7734-F9AB-AA64960DD3BD}"/>
              </a:ext>
            </a:extLst>
          </p:cNvPr>
          <p:cNvSpPr>
            <a:spLocks noGrp="1"/>
          </p:cNvSpPr>
          <p:nvPr>
            <p:ph type="body" sz="quarter" idx="13"/>
          </p:nvPr>
        </p:nvSpPr>
        <p:spPr>
          <a:xfrm>
            <a:off x="1232454" y="568623"/>
            <a:ext cx="1986996" cy="317519"/>
          </a:xfrm>
        </p:spPr>
        <p:txBody>
          <a:bodyPr vert="horz" lIns="91440" tIns="45720" rIns="91440" bIns="45720" rtlCol="0" anchor="t">
            <a:noAutofit/>
          </a:bodyPr>
          <a:lstStyle/>
          <a:p>
            <a:r>
              <a:rPr lang="en-US" i="1">
                <a:latin typeface="Aptos"/>
              </a:rPr>
              <a:t>Date</a:t>
            </a:r>
            <a:endParaRPr lang="en-US" i="1"/>
          </a:p>
        </p:txBody>
      </p:sp>
      <p:graphicFrame>
        <p:nvGraphicFramePr>
          <p:cNvPr id="6" name="Table 5">
            <a:extLst>
              <a:ext uri="{FF2B5EF4-FFF2-40B4-BE49-F238E27FC236}">
                <a16:creationId xmlns:a16="http://schemas.microsoft.com/office/drawing/2014/main" id="{16A3EC7E-A6B3-B0CD-A45A-DDBF82D7F40F}"/>
              </a:ext>
            </a:extLst>
          </p:cNvPr>
          <p:cNvGraphicFramePr>
            <a:graphicFrameLocks noGrp="1"/>
          </p:cNvGraphicFramePr>
          <p:nvPr>
            <p:extLst>
              <p:ext uri="{D42A27DB-BD31-4B8C-83A1-F6EECF244321}">
                <p14:modId xmlns:p14="http://schemas.microsoft.com/office/powerpoint/2010/main" val="3849037108"/>
              </p:ext>
            </p:extLst>
          </p:nvPr>
        </p:nvGraphicFramePr>
        <p:xfrm>
          <a:off x="302915" y="1010980"/>
          <a:ext cx="11534713" cy="3095618"/>
        </p:xfrm>
        <a:graphic>
          <a:graphicData uri="http://schemas.openxmlformats.org/drawingml/2006/table">
            <a:tbl>
              <a:tblPr firstRow="1" bandRow="1">
                <a:tableStyleId>{5C22544A-7EE6-4342-B048-85BDC9FD1C3A}</a:tableStyleId>
              </a:tblPr>
              <a:tblGrid>
                <a:gridCol w="1561222">
                  <a:extLst>
                    <a:ext uri="{9D8B030D-6E8A-4147-A177-3AD203B41FA5}">
                      <a16:colId xmlns:a16="http://schemas.microsoft.com/office/drawing/2014/main" val="2657385766"/>
                    </a:ext>
                  </a:extLst>
                </a:gridCol>
                <a:gridCol w="688774">
                  <a:extLst>
                    <a:ext uri="{9D8B030D-6E8A-4147-A177-3AD203B41FA5}">
                      <a16:colId xmlns:a16="http://schemas.microsoft.com/office/drawing/2014/main" val="309094998"/>
                    </a:ext>
                  </a:extLst>
                </a:gridCol>
                <a:gridCol w="9284717">
                  <a:extLst>
                    <a:ext uri="{9D8B030D-6E8A-4147-A177-3AD203B41FA5}">
                      <a16:colId xmlns:a16="http://schemas.microsoft.com/office/drawing/2014/main" val="1970344585"/>
                    </a:ext>
                  </a:extLst>
                </a:gridCol>
              </a:tblGrid>
              <a:tr h="345843">
                <a:tc>
                  <a:txBody>
                    <a:bodyPr/>
                    <a:lstStyle/>
                    <a:p>
                      <a:r>
                        <a:rPr lang="en-US"/>
                        <a:t>Status</a:t>
                      </a:r>
                    </a:p>
                  </a:txBody>
                  <a:tcPr>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B w="12700" cap="flat" cmpd="sng" algn="ctr">
                      <a:solidFill>
                        <a:schemeClr val="bg1">
                          <a:lumMod val="85000"/>
                        </a:schemeClr>
                      </a:solidFill>
                      <a:prstDash val="solid"/>
                      <a:round/>
                      <a:headEnd type="none" w="med" len="med"/>
                      <a:tailEnd type="none" w="med" len="med"/>
                    </a:lnB>
                  </a:tcPr>
                </a:tc>
                <a:tc>
                  <a:txBody>
                    <a:bodyPr/>
                    <a:lstStyle/>
                    <a:p>
                      <a:pPr algn="l"/>
                      <a:r>
                        <a:rPr lang="en-US"/>
                        <a:t>Notes &amp; </a:t>
                      </a:r>
                      <a:r>
                        <a:rPr lang="en-US" u="sng"/>
                        <a:t>Risks</a:t>
                      </a:r>
                    </a:p>
                  </a:txBody>
                  <a:tcPr>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635785"/>
                  </a:ext>
                </a:extLst>
              </a:tr>
              <a:tr h="274320">
                <a:tc>
                  <a:txBody>
                    <a:bodyPr/>
                    <a:lstStyle/>
                    <a:p>
                      <a:r>
                        <a:rPr lang="en-US" sz="1400"/>
                        <a:t>Scope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40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vl="0">
                        <a:buNone/>
                      </a:pPr>
                      <a:endParaRPr lang="en-US" sz="1000" i="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20330241"/>
                  </a:ext>
                </a:extLst>
              </a:tr>
              <a:tr h="274320">
                <a:tc>
                  <a:txBody>
                    <a:bodyPr/>
                    <a:lstStyle/>
                    <a:p>
                      <a:r>
                        <a:rPr lang="en-US" sz="1400"/>
                        <a:t>Timeline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40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l">
                        <a:lnSpc>
                          <a:spcPct val="100000"/>
                        </a:lnSpc>
                        <a:spcBef>
                          <a:spcPts val="0"/>
                        </a:spcBef>
                        <a:spcAft>
                          <a:spcPts val="0"/>
                        </a:spcAft>
                        <a:buNone/>
                      </a:pPr>
                      <a:endParaRPr kumimoji="0" lang="en-US" sz="1000" b="0" i="0" u="none" strike="noStrike" kern="1200" cap="none" spc="0" normalizeH="0" baseline="0" noProof="0">
                        <a:ln>
                          <a:noFill/>
                        </a:ln>
                        <a:solidFill>
                          <a:srgbClr val="2E2E2E"/>
                        </a:solidFill>
                        <a:effectLst/>
                        <a:uLnTx/>
                        <a:uFillTx/>
                        <a:latin typeface="+mn-lt"/>
                        <a:ea typeface="+mn-ea"/>
                        <a:cs typeface="+mn-cs"/>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02015541"/>
                  </a:ext>
                </a:extLst>
              </a:tr>
              <a:tr h="274320">
                <a:tc>
                  <a:txBody>
                    <a:bodyPr/>
                    <a:lstStyle/>
                    <a:p>
                      <a:r>
                        <a:rPr lang="en-US" sz="1400"/>
                        <a:t>Budget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40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69861268"/>
                  </a:ext>
                </a:extLst>
              </a:tr>
              <a:tr h="274320">
                <a:tc>
                  <a:txBody>
                    <a:bodyPr/>
                    <a:lstStyle/>
                    <a:p>
                      <a:r>
                        <a:rPr lang="en-US" sz="1400"/>
                        <a:t>Client Sat.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40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vl="0">
                        <a:buNone/>
                      </a:pPr>
                      <a:endParaRPr lang="en-US" i="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76688204"/>
                  </a:ext>
                </a:extLst>
              </a:tr>
              <a:tr h="653785">
                <a:tc>
                  <a:txBody>
                    <a:bodyPr/>
                    <a:lstStyle/>
                    <a:p>
                      <a:r>
                        <a:rPr lang="en-US" sz="1400"/>
                        <a:t>Kaizen Team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40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b="1" i="0" baseline="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21422126"/>
                  </a:ext>
                </a:extLst>
              </a:tr>
              <a:tr h="795913">
                <a:tc>
                  <a:txBody>
                    <a:bodyPr/>
                    <a:lstStyle/>
                    <a:p>
                      <a:r>
                        <a:rPr lang="en-US" sz="1400"/>
                        <a:t>Pursuits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40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i="1" kern="1200" baseline="0">
                        <a:solidFill>
                          <a:schemeClr val="dk1"/>
                        </a:solidFill>
                        <a:latin typeface="+mn-lt"/>
                        <a:ea typeface="+mn-ea"/>
                        <a:cs typeface="+mn-cs"/>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9257976"/>
                  </a:ext>
                </a:extLst>
              </a:tr>
            </a:tbl>
          </a:graphicData>
        </a:graphic>
      </p:graphicFrame>
      <p:sp>
        <p:nvSpPr>
          <p:cNvPr id="7" name="Oval 6">
            <a:extLst>
              <a:ext uri="{FF2B5EF4-FFF2-40B4-BE49-F238E27FC236}">
                <a16:creationId xmlns:a16="http://schemas.microsoft.com/office/drawing/2014/main" id="{DE932FA8-6D2B-9489-CF2E-726EE70DFBEA}"/>
              </a:ext>
            </a:extLst>
          </p:cNvPr>
          <p:cNvSpPr/>
          <p:nvPr/>
        </p:nvSpPr>
        <p:spPr>
          <a:xfrm>
            <a:off x="2014242" y="1087180"/>
            <a:ext cx="232329" cy="232329"/>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F321ACA-C4E5-5467-4735-8568B8D6EEE0}"/>
              </a:ext>
            </a:extLst>
          </p:cNvPr>
          <p:cNvSpPr/>
          <p:nvPr/>
        </p:nvSpPr>
        <p:spPr>
          <a:xfrm>
            <a:off x="2014242" y="1400841"/>
            <a:ext cx="232329" cy="232329"/>
          </a:xfrm>
          <a:prstGeom prst="ellipse">
            <a:avLst/>
          </a:prstGeom>
          <a:solidFill>
            <a:srgbClr val="92D05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35AEB64-A688-39DA-3047-CE5F7A59775B}"/>
              </a:ext>
            </a:extLst>
          </p:cNvPr>
          <p:cNvSpPr/>
          <p:nvPr/>
        </p:nvSpPr>
        <p:spPr>
          <a:xfrm>
            <a:off x="2014242" y="1710062"/>
            <a:ext cx="232329" cy="232329"/>
          </a:xfrm>
          <a:prstGeom prst="ellipse">
            <a:avLst/>
          </a:prstGeom>
          <a:solidFill>
            <a:srgbClr val="92D05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835E3DD-6754-C014-EDBA-82773A9E5BDB}"/>
              </a:ext>
            </a:extLst>
          </p:cNvPr>
          <p:cNvSpPr/>
          <p:nvPr/>
        </p:nvSpPr>
        <p:spPr>
          <a:xfrm>
            <a:off x="11183052" y="759601"/>
            <a:ext cx="232329" cy="232329"/>
          </a:xfrm>
          <a:prstGeom prst="ellipse">
            <a:avLst/>
          </a:prstGeom>
          <a:solidFill>
            <a:srgbClr val="92D05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2199D8C-AE00-9442-9070-557875A1383E}"/>
              </a:ext>
            </a:extLst>
          </p:cNvPr>
          <p:cNvSpPr/>
          <p:nvPr/>
        </p:nvSpPr>
        <p:spPr>
          <a:xfrm>
            <a:off x="10927908" y="759601"/>
            <a:ext cx="232329" cy="232329"/>
          </a:xfrm>
          <a:prstGeom prst="ellipse">
            <a:avLst/>
          </a:prstGeom>
          <a:solidFill>
            <a:srgbClr val="FFFF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5B699C9-CF8B-82CF-82C1-BEA5ECE64A1C}"/>
              </a:ext>
            </a:extLst>
          </p:cNvPr>
          <p:cNvSpPr/>
          <p:nvPr/>
        </p:nvSpPr>
        <p:spPr>
          <a:xfrm>
            <a:off x="10663239" y="759601"/>
            <a:ext cx="232329" cy="232329"/>
          </a:xfrm>
          <a:prstGeom prst="ellipse">
            <a:avLst/>
          </a:prstGeom>
          <a:solidFill>
            <a:srgbClr val="FF00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42898F0-11B5-E9E6-E6C0-ED3A140E0968}"/>
              </a:ext>
            </a:extLst>
          </p:cNvPr>
          <p:cNvSpPr/>
          <p:nvPr/>
        </p:nvSpPr>
        <p:spPr>
          <a:xfrm>
            <a:off x="295025" y="4482361"/>
            <a:ext cx="5264151" cy="201434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D2D3280-BFF0-AE24-19DA-F3C456F63844}"/>
              </a:ext>
            </a:extLst>
          </p:cNvPr>
          <p:cNvSpPr txBox="1"/>
          <p:nvPr/>
        </p:nvSpPr>
        <p:spPr>
          <a:xfrm>
            <a:off x="209300" y="4219034"/>
            <a:ext cx="4873037" cy="307777"/>
          </a:xfrm>
          <a:prstGeom prst="rect">
            <a:avLst/>
          </a:prstGeom>
          <a:noFill/>
        </p:spPr>
        <p:txBody>
          <a:bodyPr wrap="square" rtlCol="0">
            <a:spAutoFit/>
          </a:bodyPr>
          <a:lstStyle/>
          <a:p>
            <a:r>
              <a:rPr lang="en-US" sz="1400" b="1">
                <a:solidFill>
                  <a:schemeClr val="accent1"/>
                </a:solidFill>
              </a:rPr>
              <a:t>Upcoming Project Milestones &amp; Recent Accomplishments</a:t>
            </a:r>
          </a:p>
        </p:txBody>
      </p:sp>
      <p:graphicFrame>
        <p:nvGraphicFramePr>
          <p:cNvPr id="16" name="Table 15">
            <a:extLst>
              <a:ext uri="{FF2B5EF4-FFF2-40B4-BE49-F238E27FC236}">
                <a16:creationId xmlns:a16="http://schemas.microsoft.com/office/drawing/2014/main" id="{00ADA56A-93A8-AAFC-6707-D575088482DF}"/>
              </a:ext>
            </a:extLst>
          </p:cNvPr>
          <p:cNvGraphicFramePr>
            <a:graphicFrameLocks noGrp="1"/>
          </p:cNvGraphicFramePr>
          <p:nvPr>
            <p:extLst>
              <p:ext uri="{D42A27DB-BD31-4B8C-83A1-F6EECF244321}">
                <p14:modId xmlns:p14="http://schemas.microsoft.com/office/powerpoint/2010/main" val="3970115495"/>
              </p:ext>
            </p:extLst>
          </p:nvPr>
        </p:nvGraphicFramePr>
        <p:xfrm>
          <a:off x="457541" y="4621108"/>
          <a:ext cx="4941496" cy="929640"/>
        </p:xfrm>
        <a:graphic>
          <a:graphicData uri="http://schemas.openxmlformats.org/drawingml/2006/table">
            <a:tbl>
              <a:tblPr firstRow="1" bandRow="1">
                <a:tableStyleId>{5C22544A-7EE6-4342-B048-85BDC9FD1C3A}</a:tableStyleId>
              </a:tblPr>
              <a:tblGrid>
                <a:gridCol w="1885366">
                  <a:extLst>
                    <a:ext uri="{9D8B030D-6E8A-4147-A177-3AD203B41FA5}">
                      <a16:colId xmlns:a16="http://schemas.microsoft.com/office/drawing/2014/main" val="2894121882"/>
                    </a:ext>
                  </a:extLst>
                </a:gridCol>
                <a:gridCol w="472039">
                  <a:extLst>
                    <a:ext uri="{9D8B030D-6E8A-4147-A177-3AD203B41FA5}">
                      <a16:colId xmlns:a16="http://schemas.microsoft.com/office/drawing/2014/main" val="1115845685"/>
                    </a:ext>
                  </a:extLst>
                </a:gridCol>
                <a:gridCol w="2584091">
                  <a:extLst>
                    <a:ext uri="{9D8B030D-6E8A-4147-A177-3AD203B41FA5}">
                      <a16:colId xmlns:a16="http://schemas.microsoft.com/office/drawing/2014/main" val="3690809686"/>
                    </a:ext>
                  </a:extLst>
                </a:gridCol>
              </a:tblGrid>
              <a:tr h="157639">
                <a:tc>
                  <a:txBody>
                    <a:bodyPr/>
                    <a:lstStyle/>
                    <a:p>
                      <a:r>
                        <a:rPr lang="en-US" sz="1000"/>
                        <a:t>Milestone</a:t>
                      </a:r>
                    </a:p>
                  </a:txBody>
                  <a:tcPr/>
                </a:tc>
                <a:tc>
                  <a:txBody>
                    <a:bodyPr/>
                    <a:lstStyle/>
                    <a:p>
                      <a:r>
                        <a:rPr lang="en-US" sz="1000"/>
                        <a:t>Date</a:t>
                      </a:r>
                    </a:p>
                  </a:txBody>
                  <a:tcPr/>
                </a:tc>
                <a:tc>
                  <a:txBody>
                    <a:bodyPr/>
                    <a:lstStyle/>
                    <a:p>
                      <a:r>
                        <a:rPr lang="en-US" sz="1000"/>
                        <a:t>Notes</a:t>
                      </a:r>
                    </a:p>
                  </a:txBody>
                  <a:tcPr/>
                </a:tc>
                <a:extLst>
                  <a:ext uri="{0D108BD9-81ED-4DB2-BD59-A6C34878D82A}">
                    <a16:rowId xmlns:a16="http://schemas.microsoft.com/office/drawing/2014/main" val="2252438135"/>
                  </a:ext>
                </a:extLst>
              </a:tr>
              <a:tr h="157639">
                <a:tc>
                  <a:txBody>
                    <a:bodyPr/>
                    <a:lstStyle/>
                    <a:p>
                      <a:endParaRPr lang="en-US" sz="900"/>
                    </a:p>
                  </a:txBody>
                  <a:tcPr/>
                </a:tc>
                <a:tc>
                  <a:txBody>
                    <a:bodyPr/>
                    <a:lstStyle/>
                    <a:p>
                      <a:endParaRPr lang="en-US" sz="900"/>
                    </a:p>
                  </a:txBody>
                  <a:tcPr/>
                </a:tc>
                <a:tc>
                  <a:txBody>
                    <a:bodyPr/>
                    <a:lstStyle/>
                    <a:p>
                      <a:endParaRPr lang="en-US" sz="900"/>
                    </a:p>
                  </a:txBody>
                  <a:tcPr/>
                </a:tc>
                <a:extLst>
                  <a:ext uri="{0D108BD9-81ED-4DB2-BD59-A6C34878D82A}">
                    <a16:rowId xmlns:a16="http://schemas.microsoft.com/office/drawing/2014/main" val="10001"/>
                  </a:ext>
                </a:extLst>
              </a:tr>
              <a:tr h="157639">
                <a:tc>
                  <a:txBody>
                    <a:bodyPr/>
                    <a:lstStyle/>
                    <a:p>
                      <a:endParaRPr lang="en-US" sz="900"/>
                    </a:p>
                  </a:txBody>
                  <a:tcPr/>
                </a:tc>
                <a:tc>
                  <a:txBody>
                    <a:bodyPr/>
                    <a:lstStyle/>
                    <a:p>
                      <a:endParaRPr lang="en-US" sz="900"/>
                    </a:p>
                  </a:txBody>
                  <a:tcPr/>
                </a:tc>
                <a:tc>
                  <a:txBody>
                    <a:bodyPr/>
                    <a:lstStyle/>
                    <a:p>
                      <a:endParaRPr lang="en-US" sz="900"/>
                    </a:p>
                  </a:txBody>
                  <a:tcPr/>
                </a:tc>
                <a:extLst>
                  <a:ext uri="{0D108BD9-81ED-4DB2-BD59-A6C34878D82A}">
                    <a16:rowId xmlns:a16="http://schemas.microsoft.com/office/drawing/2014/main" val="2787976652"/>
                  </a:ext>
                </a:extLst>
              </a:tr>
              <a:tr h="157639">
                <a:tc>
                  <a:txBody>
                    <a:bodyPr/>
                    <a:lstStyle/>
                    <a:p>
                      <a:endParaRPr lang="en-US" sz="900"/>
                    </a:p>
                  </a:txBody>
                  <a:tcPr/>
                </a:tc>
                <a:tc>
                  <a:txBody>
                    <a:bodyPr/>
                    <a:lstStyle/>
                    <a:p>
                      <a:endParaRPr lang="en-US" sz="900"/>
                    </a:p>
                  </a:txBody>
                  <a:tcPr/>
                </a:tc>
                <a:tc>
                  <a:txBody>
                    <a:bodyPr/>
                    <a:lstStyle/>
                    <a:p>
                      <a:endParaRPr lang="en-US" sz="900"/>
                    </a:p>
                  </a:txBody>
                  <a:tcPr/>
                </a:tc>
                <a:extLst>
                  <a:ext uri="{0D108BD9-81ED-4DB2-BD59-A6C34878D82A}">
                    <a16:rowId xmlns:a16="http://schemas.microsoft.com/office/drawing/2014/main" val="3607921447"/>
                  </a:ext>
                </a:extLst>
              </a:tr>
            </a:tbl>
          </a:graphicData>
        </a:graphic>
      </p:graphicFrame>
      <p:sp>
        <p:nvSpPr>
          <p:cNvPr id="18" name="Rectangle 17">
            <a:extLst>
              <a:ext uri="{FF2B5EF4-FFF2-40B4-BE49-F238E27FC236}">
                <a16:creationId xmlns:a16="http://schemas.microsoft.com/office/drawing/2014/main" id="{FB30E7A0-B6A5-6AA4-021E-A0562B9A48A3}"/>
              </a:ext>
            </a:extLst>
          </p:cNvPr>
          <p:cNvSpPr/>
          <p:nvPr/>
        </p:nvSpPr>
        <p:spPr>
          <a:xfrm>
            <a:off x="6013865" y="4481706"/>
            <a:ext cx="5823762" cy="201434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D233DEF-C218-492A-628D-AC5951622300}"/>
              </a:ext>
            </a:extLst>
          </p:cNvPr>
          <p:cNvSpPr txBox="1"/>
          <p:nvPr/>
        </p:nvSpPr>
        <p:spPr>
          <a:xfrm>
            <a:off x="5928140" y="4218379"/>
            <a:ext cx="4873037" cy="307777"/>
          </a:xfrm>
          <a:prstGeom prst="rect">
            <a:avLst/>
          </a:prstGeom>
          <a:noFill/>
        </p:spPr>
        <p:txBody>
          <a:bodyPr wrap="square" rtlCol="0">
            <a:spAutoFit/>
          </a:bodyPr>
          <a:lstStyle/>
          <a:p>
            <a:r>
              <a:rPr lang="en-US" sz="1400" b="1">
                <a:solidFill>
                  <a:schemeClr val="accent1"/>
                </a:solidFill>
              </a:rPr>
              <a:t>PDP Checklist</a:t>
            </a:r>
          </a:p>
        </p:txBody>
      </p:sp>
      <p:graphicFrame>
        <p:nvGraphicFramePr>
          <p:cNvPr id="20" name="Table 19">
            <a:extLst>
              <a:ext uri="{FF2B5EF4-FFF2-40B4-BE49-F238E27FC236}">
                <a16:creationId xmlns:a16="http://schemas.microsoft.com/office/drawing/2014/main" id="{73B3345A-06A5-9FAB-A839-2477314EBF57}"/>
              </a:ext>
            </a:extLst>
          </p:cNvPr>
          <p:cNvGraphicFramePr>
            <a:graphicFrameLocks noGrp="1"/>
          </p:cNvGraphicFramePr>
          <p:nvPr>
            <p:extLst>
              <p:ext uri="{D42A27DB-BD31-4B8C-83A1-F6EECF244321}">
                <p14:modId xmlns:p14="http://schemas.microsoft.com/office/powerpoint/2010/main" val="1779737577"/>
              </p:ext>
            </p:extLst>
          </p:nvPr>
        </p:nvGraphicFramePr>
        <p:xfrm>
          <a:off x="6182876" y="4619798"/>
          <a:ext cx="5527530" cy="1706880"/>
        </p:xfrm>
        <a:graphic>
          <a:graphicData uri="http://schemas.openxmlformats.org/drawingml/2006/table">
            <a:tbl>
              <a:tblPr firstRow="1" bandRow="1">
                <a:tableStyleId>{5C22544A-7EE6-4342-B048-85BDC9FD1C3A}</a:tableStyleId>
              </a:tblPr>
              <a:tblGrid>
                <a:gridCol w="1625956">
                  <a:extLst>
                    <a:ext uri="{9D8B030D-6E8A-4147-A177-3AD203B41FA5}">
                      <a16:colId xmlns:a16="http://schemas.microsoft.com/office/drawing/2014/main" val="2894121882"/>
                    </a:ext>
                  </a:extLst>
                </a:gridCol>
                <a:gridCol w="1181265">
                  <a:extLst>
                    <a:ext uri="{9D8B030D-6E8A-4147-A177-3AD203B41FA5}">
                      <a16:colId xmlns:a16="http://schemas.microsoft.com/office/drawing/2014/main" val="1115845685"/>
                    </a:ext>
                  </a:extLst>
                </a:gridCol>
                <a:gridCol w="2720309">
                  <a:extLst>
                    <a:ext uri="{9D8B030D-6E8A-4147-A177-3AD203B41FA5}">
                      <a16:colId xmlns:a16="http://schemas.microsoft.com/office/drawing/2014/main" val="3690809686"/>
                    </a:ext>
                  </a:extLst>
                </a:gridCol>
              </a:tblGrid>
              <a:tr h="157639">
                <a:tc>
                  <a:txBody>
                    <a:bodyPr/>
                    <a:lstStyle/>
                    <a:p>
                      <a:r>
                        <a:rPr lang="en-US" sz="1000"/>
                        <a:t>Agreed-upon Objects</a:t>
                      </a:r>
                    </a:p>
                  </a:txBody>
                  <a:tcPr/>
                </a:tc>
                <a:tc>
                  <a:txBody>
                    <a:bodyPr/>
                    <a:lstStyle/>
                    <a:p>
                      <a:r>
                        <a:rPr lang="en-US" sz="1000"/>
                        <a:t>Last Reviewed</a:t>
                      </a:r>
                    </a:p>
                  </a:txBody>
                  <a:tcPr/>
                </a:tc>
                <a:tc>
                  <a:txBody>
                    <a:bodyPr/>
                    <a:lstStyle/>
                    <a:p>
                      <a:r>
                        <a:rPr lang="en-US" sz="1000"/>
                        <a:t>Notes</a:t>
                      </a:r>
                    </a:p>
                  </a:txBody>
                  <a:tcPr/>
                </a:tc>
                <a:extLst>
                  <a:ext uri="{0D108BD9-81ED-4DB2-BD59-A6C34878D82A}">
                    <a16:rowId xmlns:a16="http://schemas.microsoft.com/office/drawing/2014/main" val="2252438135"/>
                  </a:ext>
                </a:extLst>
              </a:tr>
              <a:tr h="157639">
                <a:tc>
                  <a:txBody>
                    <a:bodyPr/>
                    <a:lstStyle/>
                    <a:p>
                      <a:pPr lvl="0">
                        <a:buNone/>
                      </a:pPr>
                      <a:r>
                        <a:rPr lang="en-US" sz="1000"/>
                        <a:t>RAID Log</a:t>
                      </a:r>
                    </a:p>
                  </a:txBody>
                  <a:tcPr/>
                </a:tc>
                <a:tc>
                  <a:txBody>
                    <a:bodyPr/>
                    <a:lstStyle/>
                    <a:p>
                      <a:endParaRPr lang="en-US" sz="1000"/>
                    </a:p>
                  </a:txBody>
                  <a:tcPr/>
                </a:tc>
                <a:tc>
                  <a:txBody>
                    <a:bodyPr/>
                    <a:lstStyle/>
                    <a:p>
                      <a:endParaRPr lang="en-US" sz="1000"/>
                    </a:p>
                  </a:txBody>
                  <a:tcPr/>
                </a:tc>
                <a:extLst>
                  <a:ext uri="{0D108BD9-81ED-4DB2-BD59-A6C34878D82A}">
                    <a16:rowId xmlns:a16="http://schemas.microsoft.com/office/drawing/2014/main" val="2787976652"/>
                  </a:ext>
                </a:extLst>
              </a:tr>
              <a:tr h="157639">
                <a:tc>
                  <a:txBody>
                    <a:bodyPr/>
                    <a:lstStyle/>
                    <a:p>
                      <a:r>
                        <a:rPr lang="en-US" sz="1000"/>
                        <a:t>Business Continuity Plan</a:t>
                      </a:r>
                    </a:p>
                  </a:txBody>
                  <a:tcPr/>
                </a:tc>
                <a:tc>
                  <a:txBody>
                    <a:bodyPr/>
                    <a:lstStyle/>
                    <a:p>
                      <a:endParaRPr lang="en-US" sz="1000"/>
                    </a:p>
                  </a:txBody>
                  <a:tcPr/>
                </a:tc>
                <a:tc>
                  <a:txBody>
                    <a:bodyPr/>
                    <a:lstStyle/>
                    <a:p>
                      <a:endParaRPr lang="en-US" sz="1000"/>
                    </a:p>
                  </a:txBody>
                  <a:tcPr/>
                </a:tc>
                <a:extLst>
                  <a:ext uri="{0D108BD9-81ED-4DB2-BD59-A6C34878D82A}">
                    <a16:rowId xmlns:a16="http://schemas.microsoft.com/office/drawing/2014/main" val="2075737296"/>
                  </a:ext>
                </a:extLst>
              </a:tr>
              <a:tr h="157639">
                <a:tc>
                  <a:txBody>
                    <a:bodyPr/>
                    <a:lstStyle/>
                    <a:p>
                      <a:r>
                        <a:rPr lang="en-US" sz="1000"/>
                        <a:t>End to End Diagram</a:t>
                      </a:r>
                    </a:p>
                  </a:txBody>
                  <a:tcPr/>
                </a:tc>
                <a:tc>
                  <a:txBody>
                    <a:bodyPr/>
                    <a:lstStyle/>
                    <a:p>
                      <a:endParaRPr lang="en-US" sz="1000"/>
                    </a:p>
                  </a:txBody>
                  <a:tcPr/>
                </a:tc>
                <a:tc>
                  <a:txBody>
                    <a:bodyPr/>
                    <a:lstStyle/>
                    <a:p>
                      <a:endParaRPr lang="en-US" sz="1000"/>
                    </a:p>
                  </a:txBody>
                  <a:tcPr/>
                </a:tc>
                <a:extLst>
                  <a:ext uri="{0D108BD9-81ED-4DB2-BD59-A6C34878D82A}">
                    <a16:rowId xmlns:a16="http://schemas.microsoft.com/office/drawing/2014/main" val="3607921447"/>
                  </a:ext>
                </a:extLst>
              </a:tr>
              <a:tr h="157639">
                <a:tc>
                  <a:txBody>
                    <a:bodyPr/>
                    <a:lstStyle/>
                    <a:p>
                      <a:r>
                        <a:rPr lang="en-US" sz="1000"/>
                        <a:t>System Arch Diagram</a:t>
                      </a:r>
                    </a:p>
                  </a:txBody>
                  <a:tcPr/>
                </a:tc>
                <a:tc>
                  <a:txBody>
                    <a:bodyPr/>
                    <a:lstStyle/>
                    <a:p>
                      <a:endParaRPr lang="en-US" sz="1000"/>
                    </a:p>
                  </a:txBody>
                  <a:tcPr/>
                </a:tc>
                <a:tc>
                  <a:txBody>
                    <a:bodyPr/>
                    <a:lstStyle/>
                    <a:p>
                      <a:endParaRPr lang="en-US" sz="1000"/>
                    </a:p>
                  </a:txBody>
                  <a:tcPr/>
                </a:tc>
                <a:extLst>
                  <a:ext uri="{0D108BD9-81ED-4DB2-BD59-A6C34878D82A}">
                    <a16:rowId xmlns:a16="http://schemas.microsoft.com/office/drawing/2014/main" val="1716993038"/>
                  </a:ext>
                </a:extLst>
              </a:tr>
              <a:tr h="157639">
                <a:tc>
                  <a:txBody>
                    <a:bodyPr/>
                    <a:lstStyle/>
                    <a:p>
                      <a:r>
                        <a:rPr lang="en-US" sz="1000"/>
                        <a:t>Value Tracker</a:t>
                      </a:r>
                    </a:p>
                  </a:txBody>
                  <a:tcPr/>
                </a:tc>
                <a:tc>
                  <a:txBody>
                    <a:bodyPr/>
                    <a:lstStyle/>
                    <a:p>
                      <a:endParaRPr lang="en-US" sz="1000"/>
                    </a:p>
                  </a:txBody>
                  <a:tcPr/>
                </a:tc>
                <a:tc>
                  <a:txBody>
                    <a:bodyPr/>
                    <a:lstStyle/>
                    <a:p>
                      <a:endParaRPr lang="en-US" sz="1000"/>
                    </a:p>
                  </a:txBody>
                  <a:tcPr/>
                </a:tc>
                <a:extLst>
                  <a:ext uri="{0D108BD9-81ED-4DB2-BD59-A6C34878D82A}">
                    <a16:rowId xmlns:a16="http://schemas.microsoft.com/office/drawing/2014/main" val="2173203754"/>
                  </a:ext>
                </a:extLst>
              </a:tr>
              <a:tr h="157639">
                <a:tc>
                  <a:txBody>
                    <a:bodyPr/>
                    <a:lstStyle/>
                    <a:p>
                      <a:r>
                        <a:rPr lang="en-US" sz="1000"/>
                        <a:t>Case Study</a:t>
                      </a:r>
                    </a:p>
                  </a:txBody>
                  <a:tcPr/>
                </a:tc>
                <a:tc>
                  <a:txBody>
                    <a:bodyPr/>
                    <a:lstStyle/>
                    <a:p>
                      <a:endParaRPr lang="en-US" sz="1000"/>
                    </a:p>
                  </a:txBody>
                  <a:tcPr/>
                </a:tc>
                <a:tc>
                  <a:txBody>
                    <a:bodyPr/>
                    <a:lstStyle/>
                    <a:p>
                      <a:endParaRPr lang="en-US" sz="1000"/>
                    </a:p>
                  </a:txBody>
                  <a:tcPr/>
                </a:tc>
                <a:extLst>
                  <a:ext uri="{0D108BD9-81ED-4DB2-BD59-A6C34878D82A}">
                    <a16:rowId xmlns:a16="http://schemas.microsoft.com/office/drawing/2014/main" val="3644195957"/>
                  </a:ext>
                </a:extLst>
              </a:tr>
            </a:tbl>
          </a:graphicData>
        </a:graphic>
      </p:graphicFrame>
      <p:sp>
        <p:nvSpPr>
          <p:cNvPr id="4" name="Oval 3">
            <a:extLst>
              <a:ext uri="{FF2B5EF4-FFF2-40B4-BE49-F238E27FC236}">
                <a16:creationId xmlns:a16="http://schemas.microsoft.com/office/drawing/2014/main" id="{7287647B-E0F5-FCA2-E237-296B7344B9F9}"/>
              </a:ext>
            </a:extLst>
          </p:cNvPr>
          <p:cNvSpPr/>
          <p:nvPr/>
        </p:nvSpPr>
        <p:spPr>
          <a:xfrm>
            <a:off x="2014242" y="2013258"/>
            <a:ext cx="232329" cy="232329"/>
          </a:xfrm>
          <a:prstGeom prst="ellipse">
            <a:avLst/>
          </a:prstGeom>
          <a:solidFill>
            <a:srgbClr val="92D05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30CDB7A2-DFA2-2E8A-884E-470EAA665456}"/>
              </a:ext>
            </a:extLst>
          </p:cNvPr>
          <p:cNvSpPr/>
          <p:nvPr/>
        </p:nvSpPr>
        <p:spPr>
          <a:xfrm>
            <a:off x="2014242" y="2318056"/>
            <a:ext cx="232329" cy="232329"/>
          </a:xfrm>
          <a:prstGeom prst="ellipse">
            <a:avLst/>
          </a:prstGeom>
          <a:solidFill>
            <a:srgbClr val="92D05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81C38C6-760D-E221-D107-B5064B7636DB}"/>
              </a:ext>
            </a:extLst>
          </p:cNvPr>
          <p:cNvSpPr/>
          <p:nvPr/>
        </p:nvSpPr>
        <p:spPr>
          <a:xfrm>
            <a:off x="2014241" y="2762599"/>
            <a:ext cx="232329" cy="232329"/>
          </a:xfrm>
          <a:prstGeom prst="ellipse">
            <a:avLst/>
          </a:prstGeom>
          <a:solidFill>
            <a:srgbClr val="FFFF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EAF84FB1-A59F-21DE-194F-F6BBCFA2EB74}"/>
              </a:ext>
            </a:extLst>
          </p:cNvPr>
          <p:cNvSpPr/>
          <p:nvPr/>
        </p:nvSpPr>
        <p:spPr>
          <a:xfrm>
            <a:off x="2020571" y="3456060"/>
            <a:ext cx="232329" cy="232329"/>
          </a:xfrm>
          <a:prstGeom prst="ellipse">
            <a:avLst/>
          </a:prstGeom>
          <a:solidFill>
            <a:srgbClr val="FF00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5A91999-12AB-9929-A3BC-D444733C10B2}"/>
              </a:ext>
            </a:extLst>
          </p:cNvPr>
          <p:cNvSpPr/>
          <p:nvPr/>
        </p:nvSpPr>
        <p:spPr>
          <a:xfrm>
            <a:off x="8934450" y="171450"/>
            <a:ext cx="2724150" cy="4633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a:t>Project Name</a:t>
            </a:r>
          </a:p>
        </p:txBody>
      </p:sp>
    </p:spTree>
    <p:extLst>
      <p:ext uri="{BB962C8B-B14F-4D97-AF65-F5344CB8AC3E}">
        <p14:creationId xmlns:p14="http://schemas.microsoft.com/office/powerpoint/2010/main" val="520376921"/>
      </p:ext>
    </p:extLst>
  </p:cSld>
  <p:clrMapOvr>
    <a:masterClrMapping/>
  </p:clrMapOvr>
</p:sld>
</file>

<file path=ppt/theme/theme1.xml><?xml version="1.0" encoding="utf-8"?>
<a:theme xmlns:a="http://schemas.openxmlformats.org/drawingml/2006/main" name="Kaizen PPT Theme 2025 (1.10.25)">
  <a:themeElements>
    <a:clrScheme name="Custom 8">
      <a:dk1>
        <a:srgbClr val="2E2E2E"/>
      </a:dk1>
      <a:lt1>
        <a:srgbClr val="FFFFFF"/>
      </a:lt1>
      <a:dk2>
        <a:srgbClr val="2E2E2E"/>
      </a:dk2>
      <a:lt2>
        <a:srgbClr val="F2F2F2"/>
      </a:lt2>
      <a:accent1>
        <a:srgbClr val="002F6C"/>
      </a:accent1>
      <a:accent2>
        <a:srgbClr val="F6BE00"/>
      </a:accent2>
      <a:accent3>
        <a:srgbClr val="00A9E0"/>
      </a:accent3>
      <a:accent4>
        <a:srgbClr val="B1B3B3"/>
      </a:accent4>
      <a:accent5>
        <a:srgbClr val="63666A"/>
      </a:accent5>
      <a:accent6>
        <a:srgbClr val="797979"/>
      </a:accent6>
      <a:hlink>
        <a:srgbClr val="00A9E0"/>
      </a:hlink>
      <a:folHlink>
        <a:srgbClr val="002F6C"/>
      </a:folHlink>
    </a:clrScheme>
    <a:fontScheme name="Kaizen Font 2024">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Kaizen 2026 PPT Theme" id="{327374F9-8403-8C49-BE69-29F1CA794821}" vid="{68598208-2609-EF4C-A950-988C634570D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95d85cb-ec0d-4be0-ac30-e21ccb1b258e">
      <Terms xmlns="http://schemas.microsoft.com/office/infopath/2007/PartnerControls"/>
    </lcf76f155ced4ddcb4097134ff3c332f>
    <TaxCatchAll xmlns="d0636c43-5581-43e2-a8ff-a6d44a26af4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864CBAA657D6A4BA589F65EB1E78F96" ma:contentTypeVersion="14" ma:contentTypeDescription="Create a new document." ma:contentTypeScope="" ma:versionID="ac5a5ba0be3d84752324ee6cd78557e2">
  <xsd:schema xmlns:xsd="http://www.w3.org/2001/XMLSchema" xmlns:xs="http://www.w3.org/2001/XMLSchema" xmlns:p="http://schemas.microsoft.com/office/2006/metadata/properties" xmlns:ns2="e95d85cb-ec0d-4be0-ac30-e21ccb1b258e" xmlns:ns3="d0636c43-5581-43e2-a8ff-a6d44a26af4e" targetNamespace="http://schemas.microsoft.com/office/2006/metadata/properties" ma:root="true" ma:fieldsID="77ada2adbc33dc673b9430ff2afa8db8" ns2:_="" ns3:_="">
    <xsd:import namespace="e95d85cb-ec0d-4be0-ac30-e21ccb1b258e"/>
    <xsd:import namespace="d0636c43-5581-43e2-a8ff-a6d44a26af4e"/>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3:SharedWithUsers" minOccurs="0"/>
                <xsd:element ref="ns3:SharedWithDetails" minOccurs="0"/>
                <xsd:element ref="ns2:MediaServiceSearchPropertie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5d85cb-ec0d-4be0-ac30-e21ccb1b25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4086eeed-4b88-4c7d-a0f5-6cd87513accc"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0636c43-5581-43e2-a8ff-a6d44a26af4e"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e50120e5-8c90-4415-982d-b617946310af}" ma:internalName="TaxCatchAll" ma:showField="CatchAllData" ma:web="d0636c43-5581-43e2-a8ff-a6d44a26af4e">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BA0979B-6FD6-4F1C-B1BB-445F7C765862}">
  <ds:schemaRefs>
    <ds:schemaRef ds:uri="http://schemas.openxmlformats.org/package/2006/metadata/core-properties"/>
    <ds:schemaRef ds:uri="e95d85cb-ec0d-4be0-ac30-e21ccb1b258e"/>
    <ds:schemaRef ds:uri="http://schemas.microsoft.com/office/infopath/2007/PartnerControls"/>
    <ds:schemaRef ds:uri="d0636c43-5581-43e2-a8ff-a6d44a26af4e"/>
    <ds:schemaRef ds:uri="http://schemas.microsoft.com/office/2006/documentManagement/types"/>
    <ds:schemaRef ds:uri="http://purl.org/dc/terms/"/>
    <ds:schemaRef ds:uri="http://purl.org/dc/elements/1.1/"/>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C3670130-C66B-4E7C-A743-F243A2B42361}">
  <ds:schemaRefs>
    <ds:schemaRef ds:uri="d0636c43-5581-43e2-a8ff-a6d44a26af4e"/>
    <ds:schemaRef ds:uri="e95d85cb-ec0d-4be0-ac30-e21ccb1b258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D2D9EDF-6339-4550-A2D7-2434A0FDE9F1}">
  <ds:schemaRefs>
    <ds:schemaRef ds:uri="http://schemas.microsoft.com/sharepoint/v3/contenttype/forms"/>
  </ds:schemaRefs>
</ds:datastoreItem>
</file>

<file path=docMetadata/LabelInfo.xml><?xml version="1.0" encoding="utf-8"?>
<clbl:labelList xmlns:clbl="http://schemas.microsoft.com/office/2020/mipLabelMetadata">
  <clbl:label id="{fbb3c382-541a-4789-80ed-24b21ea5b276}" enabled="1" method="Standard" siteId="{8c642d1d-d709-47b0-ab10-080af10798fb}" contentBits="1" removed="0"/>
</clbl:labelList>
</file>

<file path=docProps/app.xml><?xml version="1.0" encoding="utf-8"?>
<Properties xmlns="http://schemas.openxmlformats.org/officeDocument/2006/extended-properties" xmlns:vt="http://schemas.openxmlformats.org/officeDocument/2006/docPropsVTypes">
  <Template>Kaizen 2026 PPT Theme</Template>
  <TotalTime>38</TotalTime>
  <Words>598</Words>
  <Application>Microsoft Office PowerPoint</Application>
  <PresentationFormat>Widescreen</PresentationFormat>
  <Paragraphs>104</Paragraphs>
  <Slides>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Aptos</vt:lpstr>
      <vt:lpstr>Aptos SemiBold</vt:lpstr>
      <vt:lpstr>Arial</vt:lpstr>
      <vt:lpstr>Meiyo</vt:lpstr>
      <vt:lpstr>URW DIN Demi</vt:lpstr>
      <vt:lpstr>Kaizen PPT Theme 2025 (1.10.25)</vt:lpstr>
      <vt:lpstr>Client Project</vt:lpstr>
      <vt:lpstr>Project governance: Project governance scorecards</vt:lpstr>
      <vt:lpstr>Project Scorecard</vt:lpstr>
      <vt:lpstr>Project Governance Scorecard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Pradeep Sreekanthan</dc:creator>
  <cp:lastModifiedBy>Rohit Uddagiri</cp:lastModifiedBy>
  <cp:revision>3</cp:revision>
  <dcterms:created xsi:type="dcterms:W3CDTF">2025-11-25T17:58:02Z</dcterms:created>
  <dcterms:modified xsi:type="dcterms:W3CDTF">2026-07-16T20:47:41Z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Kaizen PPT Theme 2025 (1.10.25):8</vt:lpwstr>
  </property>
  <property fmtid="{D5CDD505-2E9C-101B-9397-08002B2CF9AE}" pid="3" name="ClassificationContentMarkingHeaderText">
    <vt:lpwstr>•• PROTECTED 関係者外秘</vt:lpwstr>
  </property>
  <property fmtid="{D5CDD505-2E9C-101B-9397-08002B2CF9AE}" pid="4" name="ContentTypeId">
    <vt:lpwstr>0x010100B864CBAA657D6A4BA589F65EB1E78F96</vt:lpwstr>
  </property>
  <property fmtid="{D5CDD505-2E9C-101B-9397-08002B2CF9AE}" pid="5" name="MediaServiceImageTags">
    <vt:lpwstr/>
  </property>
</Properties>
</file>